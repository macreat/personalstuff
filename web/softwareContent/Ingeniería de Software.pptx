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924" r:id="rId1"/>
  </p:sldMasterIdLst>
  <p:notesMasterIdLst>
    <p:notesMasterId r:id="rId76"/>
  </p:notesMasterIdLst>
  <p:handoutMasterIdLst>
    <p:handoutMasterId r:id="rId77"/>
  </p:handoutMasterIdLst>
  <p:sldIdLst>
    <p:sldId id="853" r:id="rId2"/>
    <p:sldId id="820" r:id="rId3"/>
    <p:sldId id="868" r:id="rId4"/>
    <p:sldId id="870" r:id="rId5"/>
    <p:sldId id="871" r:id="rId6"/>
    <p:sldId id="872" r:id="rId7"/>
    <p:sldId id="873" r:id="rId8"/>
    <p:sldId id="874" r:id="rId9"/>
    <p:sldId id="869" r:id="rId10"/>
    <p:sldId id="875" r:id="rId11"/>
    <p:sldId id="876" r:id="rId12"/>
    <p:sldId id="878" r:id="rId13"/>
    <p:sldId id="877" r:id="rId14"/>
    <p:sldId id="879" r:id="rId15"/>
    <p:sldId id="881" r:id="rId16"/>
    <p:sldId id="882" r:id="rId17"/>
    <p:sldId id="880" r:id="rId18"/>
    <p:sldId id="883" r:id="rId19"/>
    <p:sldId id="884" r:id="rId20"/>
    <p:sldId id="885" r:id="rId21"/>
    <p:sldId id="886" r:id="rId22"/>
    <p:sldId id="887" r:id="rId23"/>
    <p:sldId id="888" r:id="rId24"/>
    <p:sldId id="889" r:id="rId25"/>
    <p:sldId id="890" r:id="rId26"/>
    <p:sldId id="891" r:id="rId27"/>
    <p:sldId id="892" r:id="rId28"/>
    <p:sldId id="893" r:id="rId29"/>
    <p:sldId id="894" r:id="rId30"/>
    <p:sldId id="895" r:id="rId31"/>
    <p:sldId id="896" r:id="rId32"/>
    <p:sldId id="897" r:id="rId33"/>
    <p:sldId id="898" r:id="rId34"/>
    <p:sldId id="900" r:id="rId35"/>
    <p:sldId id="901" r:id="rId36"/>
    <p:sldId id="902" r:id="rId37"/>
    <p:sldId id="903" r:id="rId38"/>
    <p:sldId id="904" r:id="rId39"/>
    <p:sldId id="905" r:id="rId40"/>
    <p:sldId id="906" r:id="rId41"/>
    <p:sldId id="907" r:id="rId42"/>
    <p:sldId id="908" r:id="rId43"/>
    <p:sldId id="910" r:id="rId44"/>
    <p:sldId id="911" r:id="rId45"/>
    <p:sldId id="913" r:id="rId46"/>
    <p:sldId id="912" r:id="rId47"/>
    <p:sldId id="914" r:id="rId48"/>
    <p:sldId id="915" r:id="rId49"/>
    <p:sldId id="916" r:id="rId50"/>
    <p:sldId id="917" r:id="rId51"/>
    <p:sldId id="918" r:id="rId52"/>
    <p:sldId id="919" r:id="rId53"/>
    <p:sldId id="909" r:id="rId54"/>
    <p:sldId id="920" r:id="rId55"/>
    <p:sldId id="923" r:id="rId56"/>
    <p:sldId id="927" r:id="rId57"/>
    <p:sldId id="928" r:id="rId58"/>
    <p:sldId id="929" r:id="rId59"/>
    <p:sldId id="930" r:id="rId60"/>
    <p:sldId id="931" r:id="rId61"/>
    <p:sldId id="932" r:id="rId62"/>
    <p:sldId id="933" r:id="rId63"/>
    <p:sldId id="934" r:id="rId64"/>
    <p:sldId id="935" r:id="rId65"/>
    <p:sldId id="936" r:id="rId66"/>
    <p:sldId id="937" r:id="rId67"/>
    <p:sldId id="938" r:id="rId68"/>
    <p:sldId id="939" r:id="rId69"/>
    <p:sldId id="940" r:id="rId70"/>
    <p:sldId id="941" r:id="rId71"/>
    <p:sldId id="924" r:id="rId72"/>
    <p:sldId id="925" r:id="rId73"/>
    <p:sldId id="926" r:id="rId74"/>
    <p:sldId id="942" r:id="rId75"/>
  </p:sldIdLst>
  <p:sldSz cx="12192000" cy="6858000"/>
  <p:notesSz cx="7099300" cy="10234613"/>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lentina Tabares Morales" initials="VTM" lastIdx="1" clrIdx="0">
    <p:extLst>
      <p:ext uri="{19B8F6BF-5375-455C-9EA6-DF929625EA0E}">
        <p15:presenceInfo xmlns:p15="http://schemas.microsoft.com/office/powerpoint/2012/main" userId="S::vtabaresm@unal.edu.co::6eb792ff-9ed7-4944-bec8-9717d434774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9834"/>
    <a:srgbClr val="99CC00"/>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A3891-751B-4921-B736-2727AD6F639B}" v="739" dt="2024-12-01T01:04:18.817"/>
  </p1510:revLst>
</p1510:revInfo>
</file>

<file path=ppt/tableStyles.xml><?xml version="1.0" encoding="utf-8"?>
<a:tblStyleLst xmlns:a="http://schemas.openxmlformats.org/drawingml/2006/main" def="{5C22544A-7EE6-4342-B048-85BDC9FD1C3A}">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89744" autoAdjust="0"/>
  </p:normalViewPr>
  <p:slideViewPr>
    <p:cSldViewPr>
      <p:cViewPr varScale="1">
        <p:scale>
          <a:sx n="57" d="100"/>
          <a:sy n="57" d="100"/>
        </p:scale>
        <p:origin x="1012" y="28"/>
      </p:cViewPr>
      <p:guideLst>
        <p:guide orient="horz" pos="2160"/>
        <p:guide pos="3840"/>
      </p:guideLst>
    </p:cSldViewPr>
  </p:slideViewPr>
  <p:outlineViewPr>
    <p:cViewPr>
      <p:scale>
        <a:sx n="33" d="100"/>
        <a:sy n="33" d="100"/>
      </p:scale>
      <p:origin x="0" y="0"/>
    </p:cViewPr>
  </p:outlineViewPr>
  <p:notesTextViewPr>
    <p:cViewPr>
      <p:scale>
        <a:sx n="125" d="100"/>
        <a:sy n="125" d="100"/>
      </p:scale>
      <p:origin x="0" y="0"/>
    </p:cViewPr>
  </p:notesTextViewPr>
  <p:notesViewPr>
    <p:cSldViewPr>
      <p:cViewPr varScale="1">
        <p:scale>
          <a:sx n="47" d="100"/>
          <a:sy n="47" d="100"/>
        </p:scale>
        <p:origin x="-2922" y="-9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84"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é Albeiro Montes Gil" userId="867fdd7e-af85-49d0-9eaa-adef8cdd73b6" providerId="ADAL" clId="{130A3891-751B-4921-B736-2727AD6F639B}"/>
    <pc:docChg chg="undo redo custSel addSld delSld modSld sldOrd">
      <pc:chgData name="José Albeiro Montes Gil" userId="867fdd7e-af85-49d0-9eaa-adef8cdd73b6" providerId="ADAL" clId="{130A3891-751B-4921-B736-2727AD6F639B}" dt="2024-12-02T11:44:44.282" v="9169"/>
      <pc:docMkLst>
        <pc:docMk/>
      </pc:docMkLst>
      <pc:sldChg chg="modSp add mod">
        <pc:chgData name="José Albeiro Montes Gil" userId="867fdd7e-af85-49d0-9eaa-adef8cdd73b6" providerId="ADAL" clId="{130A3891-751B-4921-B736-2727AD6F639B}" dt="2024-11-10T22:45:28.195" v="12" actId="20577"/>
        <pc:sldMkLst>
          <pc:docMk/>
          <pc:sldMk cId="3028801012" sldId="884"/>
        </pc:sldMkLst>
        <pc:spChg chg="mod">
          <ac:chgData name="José Albeiro Montes Gil" userId="867fdd7e-af85-49d0-9eaa-adef8cdd73b6" providerId="ADAL" clId="{130A3891-751B-4921-B736-2727AD6F639B}" dt="2024-11-10T22:45:28.195" v="12" actId="20577"/>
          <ac:spMkLst>
            <pc:docMk/>
            <pc:sldMk cId="3028801012" sldId="884"/>
            <ac:spMk id="4" creationId="{3E9660B2-586E-D9CE-9CA7-3E6F35F3519A}"/>
          </ac:spMkLst>
        </pc:spChg>
      </pc:sldChg>
      <pc:sldChg chg="modSp add mod">
        <pc:chgData name="José Albeiro Montes Gil" userId="867fdd7e-af85-49d0-9eaa-adef8cdd73b6" providerId="ADAL" clId="{130A3891-751B-4921-B736-2727AD6F639B}" dt="2024-11-10T22:47:31.582" v="40" actId="123"/>
        <pc:sldMkLst>
          <pc:docMk/>
          <pc:sldMk cId="3383861758" sldId="885"/>
        </pc:sldMkLst>
        <pc:spChg chg="mod">
          <ac:chgData name="José Albeiro Montes Gil" userId="867fdd7e-af85-49d0-9eaa-adef8cdd73b6" providerId="ADAL" clId="{130A3891-751B-4921-B736-2727AD6F639B}" dt="2024-11-10T22:47:31.582" v="40" actId="123"/>
          <ac:spMkLst>
            <pc:docMk/>
            <pc:sldMk cId="3383861758" sldId="885"/>
            <ac:spMk id="4" creationId="{2E7753B4-E27B-8A5A-0221-F8960B3A1C2D}"/>
          </ac:spMkLst>
        </pc:spChg>
        <pc:spChg chg="mod">
          <ac:chgData name="José Albeiro Montes Gil" userId="867fdd7e-af85-49d0-9eaa-adef8cdd73b6" providerId="ADAL" clId="{130A3891-751B-4921-B736-2727AD6F639B}" dt="2024-11-10T22:46:22.434" v="26" actId="20577"/>
          <ac:spMkLst>
            <pc:docMk/>
            <pc:sldMk cId="3383861758" sldId="885"/>
            <ac:spMk id="7" creationId="{1318551C-2A07-6465-8E2A-B60C7ACF251B}"/>
          </ac:spMkLst>
        </pc:spChg>
      </pc:sldChg>
      <pc:sldChg chg="modSp add mod">
        <pc:chgData name="José Albeiro Montes Gil" userId="867fdd7e-af85-49d0-9eaa-adef8cdd73b6" providerId="ADAL" clId="{130A3891-751B-4921-B736-2727AD6F639B}" dt="2024-11-10T22:48:03.422" v="55" actId="20577"/>
        <pc:sldMkLst>
          <pc:docMk/>
          <pc:sldMk cId="1436619825" sldId="886"/>
        </pc:sldMkLst>
        <pc:spChg chg="mod">
          <ac:chgData name="José Albeiro Montes Gil" userId="867fdd7e-af85-49d0-9eaa-adef8cdd73b6" providerId="ADAL" clId="{130A3891-751B-4921-B736-2727AD6F639B}" dt="2024-11-10T22:48:03.422" v="55" actId="20577"/>
          <ac:spMkLst>
            <pc:docMk/>
            <pc:sldMk cId="1436619825" sldId="886"/>
            <ac:spMk id="4" creationId="{B2AAFE3A-6C90-C45E-BF38-9DF0D1545646}"/>
          </ac:spMkLst>
        </pc:spChg>
      </pc:sldChg>
      <pc:sldChg chg="modSp add mod">
        <pc:chgData name="José Albeiro Montes Gil" userId="867fdd7e-af85-49d0-9eaa-adef8cdd73b6" providerId="ADAL" clId="{130A3891-751B-4921-B736-2727AD6F639B}" dt="2024-11-10T22:51:15.820" v="111" actId="113"/>
        <pc:sldMkLst>
          <pc:docMk/>
          <pc:sldMk cId="2947251534" sldId="887"/>
        </pc:sldMkLst>
        <pc:spChg chg="mod">
          <ac:chgData name="José Albeiro Montes Gil" userId="867fdd7e-af85-49d0-9eaa-adef8cdd73b6" providerId="ADAL" clId="{130A3891-751B-4921-B736-2727AD6F639B}" dt="2024-11-10T22:51:15.820" v="111" actId="113"/>
          <ac:spMkLst>
            <pc:docMk/>
            <pc:sldMk cId="2947251534" sldId="887"/>
            <ac:spMk id="4" creationId="{847DD869-A339-D1F5-EF44-607FC2326218}"/>
          </ac:spMkLst>
        </pc:spChg>
      </pc:sldChg>
      <pc:sldChg chg="modSp add mod">
        <pc:chgData name="José Albeiro Montes Gil" userId="867fdd7e-af85-49d0-9eaa-adef8cdd73b6" providerId="ADAL" clId="{130A3891-751B-4921-B736-2727AD6F639B}" dt="2024-11-10T22:50:08.465" v="82" actId="1076"/>
        <pc:sldMkLst>
          <pc:docMk/>
          <pc:sldMk cId="1975608021" sldId="888"/>
        </pc:sldMkLst>
        <pc:spChg chg="mod">
          <ac:chgData name="José Albeiro Montes Gil" userId="867fdd7e-af85-49d0-9eaa-adef8cdd73b6" providerId="ADAL" clId="{130A3891-751B-4921-B736-2727AD6F639B}" dt="2024-11-10T22:50:08.465" v="82" actId="1076"/>
          <ac:spMkLst>
            <pc:docMk/>
            <pc:sldMk cId="1975608021" sldId="888"/>
            <ac:spMk id="4" creationId="{9ACBD071-8BC3-E4B5-0B78-0017F1358B14}"/>
          </ac:spMkLst>
        </pc:spChg>
      </pc:sldChg>
      <pc:sldChg chg="modSp add mod">
        <pc:chgData name="José Albeiro Montes Gil" userId="867fdd7e-af85-49d0-9eaa-adef8cdd73b6" providerId="ADAL" clId="{130A3891-751B-4921-B736-2727AD6F639B}" dt="2024-11-10T22:50:56.493" v="97" actId="1076"/>
        <pc:sldMkLst>
          <pc:docMk/>
          <pc:sldMk cId="1124156322" sldId="889"/>
        </pc:sldMkLst>
        <pc:spChg chg="mod">
          <ac:chgData name="José Albeiro Montes Gil" userId="867fdd7e-af85-49d0-9eaa-adef8cdd73b6" providerId="ADAL" clId="{130A3891-751B-4921-B736-2727AD6F639B}" dt="2024-11-10T22:50:56.493" v="97" actId="1076"/>
          <ac:spMkLst>
            <pc:docMk/>
            <pc:sldMk cId="1124156322" sldId="889"/>
            <ac:spMk id="4" creationId="{EB57A089-B537-6338-DD0D-1F393F6AA360}"/>
          </ac:spMkLst>
        </pc:spChg>
      </pc:sldChg>
      <pc:sldChg chg="modSp add mod">
        <pc:chgData name="José Albeiro Montes Gil" userId="867fdd7e-af85-49d0-9eaa-adef8cdd73b6" providerId="ADAL" clId="{130A3891-751B-4921-B736-2727AD6F639B}" dt="2024-11-10T22:52:31.294" v="134" actId="20577"/>
        <pc:sldMkLst>
          <pc:docMk/>
          <pc:sldMk cId="3576242265" sldId="890"/>
        </pc:sldMkLst>
        <pc:spChg chg="mod">
          <ac:chgData name="José Albeiro Montes Gil" userId="867fdd7e-af85-49d0-9eaa-adef8cdd73b6" providerId="ADAL" clId="{130A3891-751B-4921-B736-2727AD6F639B}" dt="2024-11-10T22:52:31.294" v="134" actId="20577"/>
          <ac:spMkLst>
            <pc:docMk/>
            <pc:sldMk cId="3576242265" sldId="890"/>
            <ac:spMk id="4" creationId="{9E1863D8-C06D-C45F-FC6B-C100145EA17C}"/>
          </ac:spMkLst>
        </pc:spChg>
        <pc:spChg chg="mod">
          <ac:chgData name="José Albeiro Montes Gil" userId="867fdd7e-af85-49d0-9eaa-adef8cdd73b6" providerId="ADAL" clId="{130A3891-751B-4921-B736-2727AD6F639B}" dt="2024-11-10T22:52:14.625" v="125" actId="20577"/>
          <ac:spMkLst>
            <pc:docMk/>
            <pc:sldMk cId="3576242265" sldId="890"/>
            <ac:spMk id="7" creationId="{5C4F9BFD-2CCD-7988-2D68-94D7D1A237A3}"/>
          </ac:spMkLst>
        </pc:spChg>
      </pc:sldChg>
      <pc:sldChg chg="addSp delSp modSp add mod">
        <pc:chgData name="José Albeiro Montes Gil" userId="867fdd7e-af85-49d0-9eaa-adef8cdd73b6" providerId="ADAL" clId="{130A3891-751B-4921-B736-2727AD6F639B}" dt="2024-11-10T22:54:18.434" v="165" actId="12"/>
        <pc:sldMkLst>
          <pc:docMk/>
          <pc:sldMk cId="1650323585" sldId="891"/>
        </pc:sldMkLst>
        <pc:spChg chg="add mod">
          <ac:chgData name="José Albeiro Montes Gil" userId="867fdd7e-af85-49d0-9eaa-adef8cdd73b6" providerId="ADAL" clId="{130A3891-751B-4921-B736-2727AD6F639B}" dt="2024-11-10T22:54:18.434" v="165" actId="12"/>
          <ac:spMkLst>
            <pc:docMk/>
            <pc:sldMk cId="1650323585" sldId="891"/>
            <ac:spMk id="3" creationId="{3EB7D524-3AE5-3D92-6B52-A4760B821C2B}"/>
          </ac:spMkLst>
        </pc:spChg>
        <pc:spChg chg="del">
          <ac:chgData name="José Albeiro Montes Gil" userId="867fdd7e-af85-49d0-9eaa-adef8cdd73b6" providerId="ADAL" clId="{130A3891-751B-4921-B736-2727AD6F639B}" dt="2024-11-10T22:52:47.469" v="136" actId="478"/>
          <ac:spMkLst>
            <pc:docMk/>
            <pc:sldMk cId="1650323585" sldId="891"/>
            <ac:spMk id="4" creationId="{84B67FD4-2803-2CF6-152F-6EE61BC1B934}"/>
          </ac:spMkLst>
        </pc:spChg>
      </pc:sldChg>
      <pc:sldChg chg="modSp add mod">
        <pc:chgData name="José Albeiro Montes Gil" userId="867fdd7e-af85-49d0-9eaa-adef8cdd73b6" providerId="ADAL" clId="{130A3891-751B-4921-B736-2727AD6F639B}" dt="2024-11-10T22:54:12.373" v="163" actId="12"/>
        <pc:sldMkLst>
          <pc:docMk/>
          <pc:sldMk cId="869402063" sldId="892"/>
        </pc:sldMkLst>
        <pc:spChg chg="mod">
          <ac:chgData name="José Albeiro Montes Gil" userId="867fdd7e-af85-49d0-9eaa-adef8cdd73b6" providerId="ADAL" clId="{130A3891-751B-4921-B736-2727AD6F639B}" dt="2024-11-10T22:54:12.373" v="163" actId="12"/>
          <ac:spMkLst>
            <pc:docMk/>
            <pc:sldMk cId="869402063" sldId="892"/>
            <ac:spMk id="3" creationId="{F33D4512-869D-B07A-E6B7-DCE867B95971}"/>
          </ac:spMkLst>
        </pc:spChg>
      </pc:sldChg>
      <pc:sldChg chg="addSp modSp add mod">
        <pc:chgData name="José Albeiro Montes Gil" userId="867fdd7e-af85-49d0-9eaa-adef8cdd73b6" providerId="ADAL" clId="{130A3891-751B-4921-B736-2727AD6F639B}" dt="2024-11-10T22:59:53.937" v="263" actId="12"/>
        <pc:sldMkLst>
          <pc:docMk/>
          <pc:sldMk cId="3375971222" sldId="893"/>
        </pc:sldMkLst>
        <pc:spChg chg="add">
          <ac:chgData name="José Albeiro Montes Gil" userId="867fdd7e-af85-49d0-9eaa-adef8cdd73b6" providerId="ADAL" clId="{130A3891-751B-4921-B736-2727AD6F639B}" dt="2024-11-10T22:55:01.798" v="168"/>
          <ac:spMkLst>
            <pc:docMk/>
            <pc:sldMk cId="3375971222" sldId="893"/>
            <ac:spMk id="2" creationId="{CD4ADF88-3486-D7D2-46BB-E2B9E28A6311}"/>
          </ac:spMkLst>
        </pc:spChg>
        <pc:spChg chg="mod">
          <ac:chgData name="José Albeiro Montes Gil" userId="867fdd7e-af85-49d0-9eaa-adef8cdd73b6" providerId="ADAL" clId="{130A3891-751B-4921-B736-2727AD6F639B}" dt="2024-11-10T22:54:57.418" v="167" actId="20577"/>
          <ac:spMkLst>
            <pc:docMk/>
            <pc:sldMk cId="3375971222" sldId="893"/>
            <ac:spMk id="3" creationId="{50E0446A-8DE2-1049-2464-74B3B1080F4E}"/>
          </ac:spMkLst>
        </pc:spChg>
        <pc:spChg chg="add mod">
          <ac:chgData name="José Albeiro Montes Gil" userId="867fdd7e-af85-49d0-9eaa-adef8cdd73b6" providerId="ADAL" clId="{130A3891-751B-4921-B736-2727AD6F639B}" dt="2024-11-10T22:58:10.972" v="232" actId="1076"/>
          <ac:spMkLst>
            <pc:docMk/>
            <pc:sldMk cId="3375971222" sldId="893"/>
            <ac:spMk id="6" creationId="{DC70BC9E-DE8D-59E0-8D40-A8958BBAF6A8}"/>
          </ac:spMkLst>
        </pc:spChg>
        <pc:spChg chg="add mod">
          <ac:chgData name="José Albeiro Montes Gil" userId="867fdd7e-af85-49d0-9eaa-adef8cdd73b6" providerId="ADAL" clId="{130A3891-751B-4921-B736-2727AD6F639B}" dt="2024-11-10T22:59:53.937" v="263" actId="12"/>
          <ac:spMkLst>
            <pc:docMk/>
            <pc:sldMk cId="3375971222" sldId="893"/>
            <ac:spMk id="9" creationId="{8746E2F6-F54F-2717-16A1-1AC71CD35F3A}"/>
          </ac:spMkLst>
        </pc:spChg>
        <pc:picChg chg="add mod">
          <ac:chgData name="José Albeiro Montes Gil" userId="867fdd7e-af85-49d0-9eaa-adef8cdd73b6" providerId="ADAL" clId="{130A3891-751B-4921-B736-2727AD6F639B}" dt="2024-11-10T22:58:10.972" v="232" actId="1076"/>
          <ac:picMkLst>
            <pc:docMk/>
            <pc:sldMk cId="3375971222" sldId="893"/>
            <ac:picMk id="5" creationId="{A5842E9E-0FA9-5B4B-76EB-D458D97B016E}"/>
          </ac:picMkLst>
        </pc:picChg>
      </pc:sldChg>
      <pc:sldChg chg="addSp delSp modSp add mod">
        <pc:chgData name="José Albeiro Montes Gil" userId="867fdd7e-af85-49d0-9eaa-adef8cdd73b6" providerId="ADAL" clId="{130A3891-751B-4921-B736-2727AD6F639B}" dt="2024-11-10T22:59:41.564" v="259" actId="1076"/>
        <pc:sldMkLst>
          <pc:docMk/>
          <pc:sldMk cId="3977871613" sldId="894"/>
        </pc:sldMkLst>
        <pc:spChg chg="add mod">
          <ac:chgData name="José Albeiro Montes Gil" userId="867fdd7e-af85-49d0-9eaa-adef8cdd73b6" providerId="ADAL" clId="{130A3891-751B-4921-B736-2727AD6F639B}" dt="2024-11-10T22:59:00.121" v="242" actId="1076"/>
          <ac:spMkLst>
            <pc:docMk/>
            <pc:sldMk cId="3977871613" sldId="894"/>
            <ac:spMk id="4" creationId="{F9E5E3A7-BD2F-008F-AAD3-11899A0F8837}"/>
          </ac:spMkLst>
        </pc:spChg>
        <pc:spChg chg="add mod">
          <ac:chgData name="José Albeiro Montes Gil" userId="867fdd7e-af85-49d0-9eaa-adef8cdd73b6" providerId="ADAL" clId="{130A3891-751B-4921-B736-2727AD6F639B}" dt="2024-11-10T22:59:41.564" v="259" actId="1076"/>
          <ac:spMkLst>
            <pc:docMk/>
            <pc:sldMk cId="3977871613" sldId="894"/>
            <ac:spMk id="8" creationId="{9505702F-0394-30DF-A506-B747FAEF3C55}"/>
          </ac:spMkLst>
        </pc:spChg>
        <pc:picChg chg="del">
          <ac:chgData name="José Albeiro Montes Gil" userId="867fdd7e-af85-49d0-9eaa-adef8cdd73b6" providerId="ADAL" clId="{130A3891-751B-4921-B736-2727AD6F639B}" dt="2024-11-10T22:56:06.623" v="174" actId="478"/>
          <ac:picMkLst>
            <pc:docMk/>
            <pc:sldMk cId="3977871613" sldId="894"/>
            <ac:picMk id="5" creationId="{9BFB9270-94FB-4E8F-C43C-EB51B7715C07}"/>
          </ac:picMkLst>
        </pc:picChg>
        <pc:picChg chg="add mod">
          <ac:chgData name="José Albeiro Montes Gil" userId="867fdd7e-af85-49d0-9eaa-adef8cdd73b6" providerId="ADAL" clId="{130A3891-751B-4921-B736-2727AD6F639B}" dt="2024-11-10T22:59:06.391" v="244" actId="14100"/>
          <ac:picMkLst>
            <pc:docMk/>
            <pc:sldMk cId="3977871613" sldId="894"/>
            <ac:picMk id="2050" creationId="{C1A34AC5-6758-F2A4-2371-1B4E02D524EC}"/>
          </ac:picMkLst>
        </pc:picChg>
      </pc:sldChg>
      <pc:sldChg chg="addSp delSp modSp add mod">
        <pc:chgData name="José Albeiro Montes Gil" userId="867fdd7e-af85-49d0-9eaa-adef8cdd73b6" providerId="ADAL" clId="{130A3891-751B-4921-B736-2727AD6F639B}" dt="2024-11-13T15:08:14.847" v="376" actId="1076"/>
        <pc:sldMkLst>
          <pc:docMk/>
          <pc:sldMk cId="2972258211" sldId="895"/>
        </pc:sldMkLst>
        <pc:spChg chg="del">
          <ac:chgData name="José Albeiro Montes Gil" userId="867fdd7e-af85-49d0-9eaa-adef8cdd73b6" providerId="ADAL" clId="{130A3891-751B-4921-B736-2727AD6F639B}" dt="2024-11-13T15:05:39.436" v="288" actId="478"/>
          <ac:spMkLst>
            <pc:docMk/>
            <pc:sldMk cId="2972258211" sldId="895"/>
            <ac:spMk id="4" creationId="{EFA83F01-AFD7-6994-B43F-11BD16624821}"/>
          </ac:spMkLst>
        </pc:spChg>
        <pc:spChg chg="mod">
          <ac:chgData name="José Albeiro Montes Gil" userId="867fdd7e-af85-49d0-9eaa-adef8cdd73b6" providerId="ADAL" clId="{130A3891-751B-4921-B736-2727AD6F639B}" dt="2024-11-13T15:05:29.620" v="284" actId="20577"/>
          <ac:spMkLst>
            <pc:docMk/>
            <pc:sldMk cId="2972258211" sldId="895"/>
            <ac:spMk id="7" creationId="{26EF945C-6F19-3DD1-4FD7-BBBA83613044}"/>
          </ac:spMkLst>
        </pc:spChg>
        <pc:spChg chg="add del mod">
          <ac:chgData name="José Albeiro Montes Gil" userId="867fdd7e-af85-49d0-9eaa-adef8cdd73b6" providerId="ADAL" clId="{130A3891-751B-4921-B736-2727AD6F639B}" dt="2024-11-13T15:08:11.772" v="375" actId="20577"/>
          <ac:spMkLst>
            <pc:docMk/>
            <pc:sldMk cId="2972258211" sldId="895"/>
            <ac:spMk id="8" creationId="{967CCD1E-D304-0F43-87A4-1DCA48D9321D}"/>
          </ac:spMkLst>
        </pc:spChg>
        <pc:picChg chg="add mod">
          <ac:chgData name="José Albeiro Montes Gil" userId="867fdd7e-af85-49d0-9eaa-adef8cdd73b6" providerId="ADAL" clId="{130A3891-751B-4921-B736-2727AD6F639B}" dt="2024-11-13T15:08:14.847" v="376" actId="1076"/>
          <ac:picMkLst>
            <pc:docMk/>
            <pc:sldMk cId="2972258211" sldId="895"/>
            <ac:picMk id="6" creationId="{70740455-3840-FC29-1749-169273899385}"/>
          </ac:picMkLst>
        </pc:picChg>
        <pc:picChg chg="add del">
          <ac:chgData name="José Albeiro Montes Gil" userId="867fdd7e-af85-49d0-9eaa-adef8cdd73b6" providerId="ADAL" clId="{130A3891-751B-4921-B736-2727AD6F639B}" dt="2024-11-13T15:05:37.071" v="287" actId="478"/>
          <ac:picMkLst>
            <pc:docMk/>
            <pc:sldMk cId="2972258211" sldId="895"/>
            <ac:picMk id="2050" creationId="{06C6F2C3-2AE0-B060-E0CD-CBA6DA3B4C1A}"/>
          </ac:picMkLst>
        </pc:picChg>
      </pc:sldChg>
      <pc:sldChg chg="delSp modSp add mod">
        <pc:chgData name="José Albeiro Montes Gil" userId="867fdd7e-af85-49d0-9eaa-adef8cdd73b6" providerId="ADAL" clId="{130A3891-751B-4921-B736-2727AD6F639B}" dt="2024-11-13T15:11:34.667" v="709" actId="20577"/>
        <pc:sldMkLst>
          <pc:docMk/>
          <pc:sldMk cId="798288613" sldId="896"/>
        </pc:sldMkLst>
        <pc:spChg chg="mod">
          <ac:chgData name="José Albeiro Montes Gil" userId="867fdd7e-af85-49d0-9eaa-adef8cdd73b6" providerId="ADAL" clId="{130A3891-751B-4921-B736-2727AD6F639B}" dt="2024-11-13T15:11:34.667" v="709" actId="20577"/>
          <ac:spMkLst>
            <pc:docMk/>
            <pc:sldMk cId="798288613" sldId="896"/>
            <ac:spMk id="8" creationId="{AD651B75-0FC6-4E73-1E13-475BADFC21FE}"/>
          </ac:spMkLst>
        </pc:spChg>
        <pc:picChg chg="del">
          <ac:chgData name="José Albeiro Montes Gil" userId="867fdd7e-af85-49d0-9eaa-adef8cdd73b6" providerId="ADAL" clId="{130A3891-751B-4921-B736-2727AD6F639B}" dt="2024-11-13T15:08:18.306" v="378" actId="478"/>
          <ac:picMkLst>
            <pc:docMk/>
            <pc:sldMk cId="798288613" sldId="896"/>
            <ac:picMk id="6" creationId="{7FAD2EE3-288B-F5D7-C4B2-146778BB9B49}"/>
          </ac:picMkLst>
        </pc:picChg>
      </pc:sldChg>
      <pc:sldChg chg="addSp delSp modSp add mod">
        <pc:chgData name="José Albeiro Montes Gil" userId="867fdd7e-af85-49d0-9eaa-adef8cdd73b6" providerId="ADAL" clId="{130A3891-751B-4921-B736-2727AD6F639B}" dt="2024-11-13T15:19:41.408" v="1294" actId="20577"/>
        <pc:sldMkLst>
          <pc:docMk/>
          <pc:sldMk cId="3212613821" sldId="897"/>
        </pc:sldMkLst>
        <pc:spChg chg="mod">
          <ac:chgData name="José Albeiro Montes Gil" userId="867fdd7e-af85-49d0-9eaa-adef8cdd73b6" providerId="ADAL" clId="{130A3891-751B-4921-B736-2727AD6F639B}" dt="2024-11-13T15:16:57.108" v="1106" actId="5793"/>
          <ac:spMkLst>
            <pc:docMk/>
            <pc:sldMk cId="3212613821" sldId="897"/>
            <ac:spMk id="8" creationId="{F3719FDB-35D4-2098-FDE8-A23C9BEC9C23}"/>
          </ac:spMkLst>
        </pc:spChg>
        <pc:spChg chg="add del mod">
          <ac:chgData name="José Albeiro Montes Gil" userId="867fdd7e-af85-49d0-9eaa-adef8cdd73b6" providerId="ADAL" clId="{130A3891-751B-4921-B736-2727AD6F639B}" dt="2024-11-13T15:12:09.624" v="724" actId="478"/>
          <ac:spMkLst>
            <pc:docMk/>
            <pc:sldMk cId="3212613821" sldId="897"/>
            <ac:spMk id="14" creationId="{02503747-DD1D-1296-94AD-81DE80A1A9B9}"/>
          </ac:spMkLst>
        </pc:spChg>
        <pc:graphicFrameChg chg="add mod">
          <ac:chgData name="José Albeiro Montes Gil" userId="867fdd7e-af85-49d0-9eaa-adef8cdd73b6" providerId="ADAL" clId="{130A3891-751B-4921-B736-2727AD6F639B}" dt="2024-11-13T15:11:51.462" v="712"/>
          <ac:graphicFrameMkLst>
            <pc:docMk/>
            <pc:sldMk cId="3212613821" sldId="897"/>
            <ac:graphicFrameMk id="4" creationId="{DEC1133D-F811-4C0C-BA3A-471340BE5E53}"/>
          </ac:graphicFrameMkLst>
        </pc:graphicFrameChg>
        <pc:graphicFrameChg chg="add mod">
          <ac:chgData name="José Albeiro Montes Gil" userId="867fdd7e-af85-49d0-9eaa-adef8cdd73b6" providerId="ADAL" clId="{130A3891-751B-4921-B736-2727AD6F639B}" dt="2024-11-13T15:11:51.462" v="712"/>
          <ac:graphicFrameMkLst>
            <pc:docMk/>
            <pc:sldMk cId="3212613821" sldId="897"/>
            <ac:graphicFrameMk id="5" creationId="{68ABE178-A13E-4BA9-CFA2-7140DD95E874}"/>
          </ac:graphicFrameMkLst>
        </pc:graphicFrameChg>
        <pc:graphicFrameChg chg="add mod">
          <ac:chgData name="José Albeiro Montes Gil" userId="867fdd7e-af85-49d0-9eaa-adef8cdd73b6" providerId="ADAL" clId="{130A3891-751B-4921-B736-2727AD6F639B}" dt="2024-11-13T15:11:51.462" v="712"/>
          <ac:graphicFrameMkLst>
            <pc:docMk/>
            <pc:sldMk cId="3212613821" sldId="897"/>
            <ac:graphicFrameMk id="6" creationId="{E876732B-99AB-2C91-3A17-1C731DBFFFF1}"/>
          </ac:graphicFrameMkLst>
        </pc:graphicFrameChg>
        <pc:graphicFrameChg chg="add mod">
          <ac:chgData name="José Albeiro Montes Gil" userId="867fdd7e-af85-49d0-9eaa-adef8cdd73b6" providerId="ADAL" clId="{130A3891-751B-4921-B736-2727AD6F639B}" dt="2024-11-13T15:11:51.462" v="712"/>
          <ac:graphicFrameMkLst>
            <pc:docMk/>
            <pc:sldMk cId="3212613821" sldId="897"/>
            <ac:graphicFrameMk id="9" creationId="{0D5CB71A-5ADB-08A8-3A09-3C91BE36F3E6}"/>
          </ac:graphicFrameMkLst>
        </pc:graphicFrameChg>
        <pc:graphicFrameChg chg="add mod">
          <ac:chgData name="José Albeiro Montes Gil" userId="867fdd7e-af85-49d0-9eaa-adef8cdd73b6" providerId="ADAL" clId="{130A3891-751B-4921-B736-2727AD6F639B}" dt="2024-11-13T15:11:51.462" v="712"/>
          <ac:graphicFrameMkLst>
            <pc:docMk/>
            <pc:sldMk cId="3212613821" sldId="897"/>
            <ac:graphicFrameMk id="10" creationId="{ED0BDAF4-F4A3-C2D9-2ABA-962CE56A24BE}"/>
          </ac:graphicFrameMkLst>
        </pc:graphicFrameChg>
        <pc:graphicFrameChg chg="add mod">
          <ac:chgData name="José Albeiro Montes Gil" userId="867fdd7e-af85-49d0-9eaa-adef8cdd73b6" providerId="ADAL" clId="{130A3891-751B-4921-B736-2727AD6F639B}" dt="2024-11-13T15:11:51.462" v="712"/>
          <ac:graphicFrameMkLst>
            <pc:docMk/>
            <pc:sldMk cId="3212613821" sldId="897"/>
            <ac:graphicFrameMk id="11" creationId="{81D0CE78-3EAB-9C26-7273-B760339A3F8D}"/>
          </ac:graphicFrameMkLst>
        </pc:graphicFrameChg>
        <pc:graphicFrameChg chg="add mod modGraphic">
          <ac:chgData name="José Albeiro Montes Gil" userId="867fdd7e-af85-49d0-9eaa-adef8cdd73b6" providerId="ADAL" clId="{130A3891-751B-4921-B736-2727AD6F639B}" dt="2024-11-13T15:11:58.059" v="718" actId="14100"/>
          <ac:graphicFrameMkLst>
            <pc:docMk/>
            <pc:sldMk cId="3212613821" sldId="897"/>
            <ac:graphicFrameMk id="12" creationId="{7442380B-ED5E-2552-4803-AAAE00E99B9E}"/>
          </ac:graphicFrameMkLst>
        </pc:graphicFrameChg>
        <pc:graphicFrameChg chg="add del mod modGraphic">
          <ac:chgData name="José Albeiro Montes Gil" userId="867fdd7e-af85-49d0-9eaa-adef8cdd73b6" providerId="ADAL" clId="{130A3891-751B-4921-B736-2727AD6F639B}" dt="2024-11-13T15:14:28.189" v="892" actId="478"/>
          <ac:graphicFrameMkLst>
            <pc:docMk/>
            <pc:sldMk cId="3212613821" sldId="897"/>
            <ac:graphicFrameMk id="15" creationId="{A1C2895F-998B-BDC6-2E24-106BFCBF5C27}"/>
          </ac:graphicFrameMkLst>
        </pc:graphicFrameChg>
        <pc:graphicFrameChg chg="add mod modGraphic">
          <ac:chgData name="José Albeiro Montes Gil" userId="867fdd7e-af85-49d0-9eaa-adef8cdd73b6" providerId="ADAL" clId="{130A3891-751B-4921-B736-2727AD6F639B}" dt="2024-11-13T15:19:41.408" v="1294" actId="20577"/>
          <ac:graphicFrameMkLst>
            <pc:docMk/>
            <pc:sldMk cId="3212613821" sldId="897"/>
            <ac:graphicFrameMk id="16" creationId="{74B31DBB-FF42-9D7C-F42C-A85E8A1AB8E7}"/>
          </ac:graphicFrameMkLst>
        </pc:graphicFrameChg>
        <pc:graphicFrameChg chg="add del">
          <ac:chgData name="José Albeiro Montes Gil" userId="867fdd7e-af85-49d0-9eaa-adef8cdd73b6" providerId="ADAL" clId="{130A3891-751B-4921-B736-2727AD6F639B}" dt="2024-11-13T15:19:04.579" v="1287" actId="478"/>
          <ac:graphicFrameMkLst>
            <pc:docMk/>
            <pc:sldMk cId="3212613821" sldId="897"/>
            <ac:graphicFrameMk id="17" creationId="{9AA66E7D-441B-D8F9-5DD1-8C46888FF5BC}"/>
          </ac:graphicFrameMkLst>
        </pc:graphicFrameChg>
      </pc:sldChg>
      <pc:sldChg chg="add del">
        <pc:chgData name="José Albeiro Montes Gil" userId="867fdd7e-af85-49d0-9eaa-adef8cdd73b6" providerId="ADAL" clId="{130A3891-751B-4921-B736-2727AD6F639B}" dt="2024-11-13T15:26:39.294" v="1296" actId="47"/>
        <pc:sldMkLst>
          <pc:docMk/>
          <pc:sldMk cId="2653697869" sldId="898"/>
        </pc:sldMkLst>
      </pc:sldChg>
      <pc:sldChg chg="delSp modSp add mod modShow">
        <pc:chgData name="José Albeiro Montes Gil" userId="867fdd7e-af85-49d0-9eaa-adef8cdd73b6" providerId="ADAL" clId="{130A3891-751B-4921-B736-2727AD6F639B}" dt="2024-11-17T17:03:55.644" v="1543" actId="729"/>
        <pc:sldMkLst>
          <pc:docMk/>
          <pc:sldMk cId="2669971279" sldId="898"/>
        </pc:sldMkLst>
        <pc:spChg chg="del">
          <ac:chgData name="José Albeiro Montes Gil" userId="867fdd7e-af85-49d0-9eaa-adef8cdd73b6" providerId="ADAL" clId="{130A3891-751B-4921-B736-2727AD6F639B}" dt="2024-11-13T15:27:58.014" v="1311" actId="478"/>
          <ac:spMkLst>
            <pc:docMk/>
            <pc:sldMk cId="2669971279" sldId="898"/>
            <ac:spMk id="4" creationId="{ACE068AB-4502-AB31-6948-A78C8AC5A986}"/>
          </ac:spMkLst>
        </pc:spChg>
        <pc:spChg chg="mod">
          <ac:chgData name="José Albeiro Montes Gil" userId="867fdd7e-af85-49d0-9eaa-adef8cdd73b6" providerId="ADAL" clId="{130A3891-751B-4921-B736-2727AD6F639B}" dt="2024-11-13T15:26:46.786" v="1309" actId="20577"/>
          <ac:spMkLst>
            <pc:docMk/>
            <pc:sldMk cId="2669971279" sldId="898"/>
            <ac:spMk id="7" creationId="{84632782-0BE3-6290-59C9-3BAAEC0D275C}"/>
          </ac:spMkLst>
        </pc:spChg>
        <pc:spChg chg="mod">
          <ac:chgData name="José Albeiro Montes Gil" userId="867fdd7e-af85-49d0-9eaa-adef8cdd73b6" providerId="ADAL" clId="{130A3891-751B-4921-B736-2727AD6F639B}" dt="2024-11-13T15:43:59.263" v="1541" actId="20577"/>
          <ac:spMkLst>
            <pc:docMk/>
            <pc:sldMk cId="2669971279" sldId="898"/>
            <ac:spMk id="8" creationId="{141D8C58-A101-2A98-F529-C1AAFF125232}"/>
          </ac:spMkLst>
        </pc:spChg>
        <pc:picChg chg="del">
          <ac:chgData name="José Albeiro Montes Gil" userId="867fdd7e-af85-49d0-9eaa-adef8cdd73b6" providerId="ADAL" clId="{130A3891-751B-4921-B736-2727AD6F639B}" dt="2024-11-13T15:27:54.825" v="1310" actId="478"/>
          <ac:picMkLst>
            <pc:docMk/>
            <pc:sldMk cId="2669971279" sldId="898"/>
            <ac:picMk id="2050" creationId="{D53F5073-BE27-6532-6721-50C416E5159D}"/>
          </ac:picMkLst>
        </pc:picChg>
      </pc:sldChg>
      <pc:sldChg chg="modSp add del mod modShow">
        <pc:chgData name="José Albeiro Montes Gil" userId="867fdd7e-af85-49d0-9eaa-adef8cdd73b6" providerId="ADAL" clId="{130A3891-751B-4921-B736-2727AD6F639B}" dt="2024-12-01T01:06:07.366" v="9164" actId="47"/>
        <pc:sldMkLst>
          <pc:docMk/>
          <pc:sldMk cId="3829444037" sldId="899"/>
        </pc:sldMkLst>
        <pc:spChg chg="mod">
          <ac:chgData name="José Albeiro Montes Gil" userId="867fdd7e-af85-49d0-9eaa-adef8cdd73b6" providerId="ADAL" clId="{130A3891-751B-4921-B736-2727AD6F639B}" dt="2024-11-17T17:04:39.106" v="1586" actId="20577"/>
          <ac:spMkLst>
            <pc:docMk/>
            <pc:sldMk cId="3829444037" sldId="899"/>
            <ac:spMk id="7" creationId="{E9828B93-E182-76E9-45EF-4B60F7D4195B}"/>
          </ac:spMkLst>
        </pc:spChg>
      </pc:sldChg>
      <pc:sldChg chg="modSp add mod">
        <pc:chgData name="José Albeiro Montes Gil" userId="867fdd7e-af85-49d0-9eaa-adef8cdd73b6" providerId="ADAL" clId="{130A3891-751B-4921-B736-2727AD6F639B}" dt="2024-11-17T17:04:53.665" v="1593" actId="20577"/>
        <pc:sldMkLst>
          <pc:docMk/>
          <pc:sldMk cId="2669099614" sldId="900"/>
        </pc:sldMkLst>
        <pc:spChg chg="mod">
          <ac:chgData name="José Albeiro Montes Gil" userId="867fdd7e-af85-49d0-9eaa-adef8cdd73b6" providerId="ADAL" clId="{130A3891-751B-4921-B736-2727AD6F639B}" dt="2024-11-17T17:04:53.665" v="1593" actId="20577"/>
          <ac:spMkLst>
            <pc:docMk/>
            <pc:sldMk cId="2669099614" sldId="900"/>
            <ac:spMk id="4" creationId="{6C5FBE7F-7A3F-DB5F-CADF-C4602D9CF2C6}"/>
          </ac:spMkLst>
        </pc:spChg>
      </pc:sldChg>
      <pc:sldChg chg="addSp delSp modSp add mod ord">
        <pc:chgData name="José Albeiro Montes Gil" userId="867fdd7e-af85-49d0-9eaa-adef8cdd73b6" providerId="ADAL" clId="{130A3891-751B-4921-B736-2727AD6F639B}" dt="2024-11-17T17:48:33.036" v="2561"/>
        <pc:sldMkLst>
          <pc:docMk/>
          <pc:sldMk cId="3562025147" sldId="901"/>
        </pc:sldMkLst>
        <pc:spChg chg="del">
          <ac:chgData name="José Albeiro Montes Gil" userId="867fdd7e-af85-49d0-9eaa-adef8cdd73b6" providerId="ADAL" clId="{130A3891-751B-4921-B736-2727AD6F639B}" dt="2024-11-17T17:48:32.670" v="2560" actId="478"/>
          <ac:spMkLst>
            <pc:docMk/>
            <pc:sldMk cId="3562025147" sldId="901"/>
            <ac:spMk id="3" creationId="{62EF4F8B-97EE-4D8D-C915-35805337C410}"/>
          </ac:spMkLst>
        </pc:spChg>
        <pc:spChg chg="add del mod">
          <ac:chgData name="José Albeiro Montes Gil" userId="867fdd7e-af85-49d0-9eaa-adef8cdd73b6" providerId="ADAL" clId="{130A3891-751B-4921-B736-2727AD6F639B}" dt="2024-11-17T17:22:53.110" v="1720" actId="21"/>
          <ac:spMkLst>
            <pc:docMk/>
            <pc:sldMk cId="3562025147" sldId="901"/>
            <ac:spMk id="4" creationId="{FA638F20-E0B4-227B-894E-595EEA1D86E8}"/>
          </ac:spMkLst>
        </pc:spChg>
        <pc:spChg chg="add mod">
          <ac:chgData name="José Albeiro Montes Gil" userId="867fdd7e-af85-49d0-9eaa-adef8cdd73b6" providerId="ADAL" clId="{130A3891-751B-4921-B736-2727AD6F639B}" dt="2024-11-17T17:48:33.036" v="2561"/>
          <ac:spMkLst>
            <pc:docMk/>
            <pc:sldMk cId="3562025147" sldId="901"/>
            <ac:spMk id="5" creationId="{45BE1032-77AB-0FBA-49E9-DE3C7D029A00}"/>
          </ac:spMkLst>
        </pc:spChg>
        <pc:spChg chg="mod">
          <ac:chgData name="José Albeiro Montes Gil" userId="867fdd7e-af85-49d0-9eaa-adef8cdd73b6" providerId="ADAL" clId="{130A3891-751B-4921-B736-2727AD6F639B}" dt="2024-11-17T17:06:30.652" v="1598" actId="20577"/>
          <ac:spMkLst>
            <pc:docMk/>
            <pc:sldMk cId="3562025147" sldId="901"/>
            <ac:spMk id="7" creationId="{E8F495CB-1410-DC2E-55B2-C12488A5354D}"/>
          </ac:spMkLst>
        </pc:spChg>
        <pc:spChg chg="del mod">
          <ac:chgData name="José Albeiro Montes Gil" userId="867fdd7e-af85-49d0-9eaa-adef8cdd73b6" providerId="ADAL" clId="{130A3891-751B-4921-B736-2727AD6F639B}" dt="2024-11-17T17:48:30.594" v="2559" actId="21"/>
          <ac:spMkLst>
            <pc:docMk/>
            <pc:sldMk cId="3562025147" sldId="901"/>
            <ac:spMk id="8" creationId="{45BE1032-77AB-0FBA-49E9-DE3C7D029A00}"/>
          </ac:spMkLst>
        </pc:spChg>
      </pc:sldChg>
      <pc:sldChg chg="addSp delSp modSp add mod">
        <pc:chgData name="José Albeiro Montes Gil" userId="867fdd7e-af85-49d0-9eaa-adef8cdd73b6" providerId="ADAL" clId="{130A3891-751B-4921-B736-2727AD6F639B}" dt="2024-11-17T17:58:11.576" v="2844" actId="20577"/>
        <pc:sldMkLst>
          <pc:docMk/>
          <pc:sldMk cId="2422941949" sldId="902"/>
        </pc:sldMkLst>
        <pc:spChg chg="del">
          <ac:chgData name="José Albeiro Montes Gil" userId="867fdd7e-af85-49d0-9eaa-adef8cdd73b6" providerId="ADAL" clId="{130A3891-751B-4921-B736-2727AD6F639B}" dt="2024-11-17T17:48:26.648" v="2557" actId="478"/>
          <ac:spMkLst>
            <pc:docMk/>
            <pc:sldMk cId="2422941949" sldId="902"/>
            <ac:spMk id="3" creationId="{B662B379-4B3C-E6DB-CD91-26CC2525542A}"/>
          </ac:spMkLst>
        </pc:spChg>
        <pc:spChg chg="add mod">
          <ac:chgData name="José Albeiro Montes Gil" userId="867fdd7e-af85-49d0-9eaa-adef8cdd73b6" providerId="ADAL" clId="{130A3891-751B-4921-B736-2727AD6F639B}" dt="2024-11-17T17:23:42.046" v="1777"/>
          <ac:spMkLst>
            <pc:docMk/>
            <pc:sldMk cId="2422941949" sldId="902"/>
            <ac:spMk id="4" creationId="{32E2EFBF-64BA-37D7-540C-EE58AFB94DAB}"/>
          </ac:spMkLst>
        </pc:spChg>
        <pc:spChg chg="add mod">
          <ac:chgData name="José Albeiro Montes Gil" userId="867fdd7e-af85-49d0-9eaa-adef8cdd73b6" providerId="ADAL" clId="{130A3891-751B-4921-B736-2727AD6F639B}" dt="2024-11-17T17:23:48.065" v="1781"/>
          <ac:spMkLst>
            <pc:docMk/>
            <pc:sldMk cId="2422941949" sldId="902"/>
            <ac:spMk id="5" creationId="{63C41AB4-7D40-102E-1068-6549895A12BA}"/>
          </ac:spMkLst>
        </pc:spChg>
        <pc:spChg chg="add mod">
          <ac:chgData name="José Albeiro Montes Gil" userId="867fdd7e-af85-49d0-9eaa-adef8cdd73b6" providerId="ADAL" clId="{130A3891-751B-4921-B736-2727AD6F639B}" dt="2024-11-17T17:23:50.780" v="1784" actId="20577"/>
          <ac:spMkLst>
            <pc:docMk/>
            <pc:sldMk cId="2422941949" sldId="902"/>
            <ac:spMk id="6" creationId="{0D925124-2D80-CE25-5C9D-D4F5D63507FE}"/>
          </ac:spMkLst>
        </pc:spChg>
        <pc:spChg chg="mod">
          <ac:chgData name="José Albeiro Montes Gil" userId="867fdd7e-af85-49d0-9eaa-adef8cdd73b6" providerId="ADAL" clId="{130A3891-751B-4921-B736-2727AD6F639B}" dt="2024-11-17T17:58:11.576" v="2844" actId="20577"/>
          <ac:spMkLst>
            <pc:docMk/>
            <pc:sldMk cId="2422941949" sldId="902"/>
            <ac:spMk id="7" creationId="{2CDC0BE0-0976-CF91-1929-DF358CEB6FDD}"/>
          </ac:spMkLst>
        </pc:spChg>
        <pc:spChg chg="del mod">
          <ac:chgData name="José Albeiro Montes Gil" userId="867fdd7e-af85-49d0-9eaa-adef8cdd73b6" providerId="ADAL" clId="{130A3891-751B-4921-B736-2727AD6F639B}" dt="2024-11-17T17:48:24.675" v="2556" actId="21"/>
          <ac:spMkLst>
            <pc:docMk/>
            <pc:sldMk cId="2422941949" sldId="902"/>
            <ac:spMk id="8" creationId="{5E1C0355-ED93-6642-BB7F-193284F7637E}"/>
          </ac:spMkLst>
        </pc:spChg>
        <pc:spChg chg="add mod">
          <ac:chgData name="José Albeiro Montes Gil" userId="867fdd7e-af85-49d0-9eaa-adef8cdd73b6" providerId="ADAL" clId="{130A3891-751B-4921-B736-2727AD6F639B}" dt="2024-11-17T17:52:12.402" v="2740" actId="123"/>
          <ac:spMkLst>
            <pc:docMk/>
            <pc:sldMk cId="2422941949" sldId="902"/>
            <ac:spMk id="10" creationId="{5E1C0355-ED93-6642-BB7F-193284F7637E}"/>
          </ac:spMkLst>
        </pc:spChg>
        <pc:picChg chg="add">
          <ac:chgData name="José Albeiro Montes Gil" userId="867fdd7e-af85-49d0-9eaa-adef8cdd73b6" providerId="ADAL" clId="{130A3891-751B-4921-B736-2727AD6F639B}" dt="2024-11-17T17:23:53.564" v="1785"/>
          <ac:picMkLst>
            <pc:docMk/>
            <pc:sldMk cId="2422941949" sldId="902"/>
            <ac:picMk id="9" creationId="{52348F0E-0313-71C4-9268-6758D6D49782}"/>
          </ac:picMkLst>
        </pc:picChg>
      </pc:sldChg>
      <pc:sldChg chg="addSp delSp modSp add mod">
        <pc:chgData name="José Albeiro Montes Gil" userId="867fdd7e-af85-49d0-9eaa-adef8cdd73b6" providerId="ADAL" clId="{130A3891-751B-4921-B736-2727AD6F639B}" dt="2024-11-17T18:45:57.551" v="3449" actId="20577"/>
        <pc:sldMkLst>
          <pc:docMk/>
          <pc:sldMk cId="85588981" sldId="903"/>
        </pc:sldMkLst>
        <pc:spChg chg="del">
          <ac:chgData name="José Albeiro Montes Gil" userId="867fdd7e-af85-49d0-9eaa-adef8cdd73b6" providerId="ADAL" clId="{130A3891-751B-4921-B736-2727AD6F639B}" dt="2024-11-17T17:48:49.699" v="2563" actId="478"/>
          <ac:spMkLst>
            <pc:docMk/>
            <pc:sldMk cId="85588981" sldId="903"/>
            <ac:spMk id="3" creationId="{8742B1FD-0AF5-0241-4787-FDFCB0E150C1}"/>
          </ac:spMkLst>
        </pc:spChg>
        <pc:spChg chg="add mod">
          <ac:chgData name="José Albeiro Montes Gil" userId="867fdd7e-af85-49d0-9eaa-adef8cdd73b6" providerId="ADAL" clId="{130A3891-751B-4921-B736-2727AD6F639B}" dt="2024-11-17T18:45:57.551" v="3449" actId="20577"/>
          <ac:spMkLst>
            <pc:docMk/>
            <pc:sldMk cId="85588981" sldId="903"/>
            <ac:spMk id="4" creationId="{BD2AB462-0A04-2150-3BA7-1905294B0E64}"/>
          </ac:spMkLst>
        </pc:spChg>
        <pc:spChg chg="mod">
          <ac:chgData name="José Albeiro Montes Gil" userId="867fdd7e-af85-49d0-9eaa-adef8cdd73b6" providerId="ADAL" clId="{130A3891-751B-4921-B736-2727AD6F639B}" dt="2024-11-17T17:58:17.705" v="2859" actId="20577"/>
          <ac:spMkLst>
            <pc:docMk/>
            <pc:sldMk cId="85588981" sldId="903"/>
            <ac:spMk id="7" creationId="{E180C73F-6CDA-3B45-0A3B-39E465165DE7}"/>
          </ac:spMkLst>
        </pc:spChg>
        <pc:spChg chg="del mod">
          <ac:chgData name="José Albeiro Montes Gil" userId="867fdd7e-af85-49d0-9eaa-adef8cdd73b6" providerId="ADAL" clId="{130A3891-751B-4921-B736-2727AD6F639B}" dt="2024-11-17T17:48:48.304" v="2562" actId="21"/>
          <ac:spMkLst>
            <pc:docMk/>
            <pc:sldMk cId="85588981" sldId="903"/>
            <ac:spMk id="8" creationId="{BD2AB462-0A04-2150-3BA7-1905294B0E64}"/>
          </ac:spMkLst>
        </pc:spChg>
      </pc:sldChg>
      <pc:sldChg chg="modSp add del mod">
        <pc:chgData name="José Albeiro Montes Gil" userId="867fdd7e-af85-49d0-9eaa-adef8cdd73b6" providerId="ADAL" clId="{130A3891-751B-4921-B736-2727AD6F639B}" dt="2024-11-17T17:50:55.937" v="2689" actId="47"/>
        <pc:sldMkLst>
          <pc:docMk/>
          <pc:sldMk cId="1933684736" sldId="904"/>
        </pc:sldMkLst>
        <pc:spChg chg="mod">
          <ac:chgData name="José Albeiro Montes Gil" userId="867fdd7e-af85-49d0-9eaa-adef8cdd73b6" providerId="ADAL" clId="{130A3891-751B-4921-B736-2727AD6F639B}" dt="2024-11-17T17:46:16.802" v="2337" actId="6549"/>
          <ac:spMkLst>
            <pc:docMk/>
            <pc:sldMk cId="1933684736" sldId="904"/>
            <ac:spMk id="8" creationId="{A3B844FB-1940-7ADA-66FA-95F4529722AA}"/>
          </ac:spMkLst>
        </pc:spChg>
      </pc:sldChg>
      <pc:sldChg chg="modSp add mod">
        <pc:chgData name="José Albeiro Montes Gil" userId="867fdd7e-af85-49d0-9eaa-adef8cdd73b6" providerId="ADAL" clId="{130A3891-751B-4921-B736-2727AD6F639B}" dt="2024-11-17T17:58:27.850" v="2874" actId="20577"/>
        <pc:sldMkLst>
          <pc:docMk/>
          <pc:sldMk cId="1961826914" sldId="904"/>
        </pc:sldMkLst>
        <pc:spChg chg="mod">
          <ac:chgData name="José Albeiro Montes Gil" userId="867fdd7e-af85-49d0-9eaa-adef8cdd73b6" providerId="ADAL" clId="{130A3891-751B-4921-B736-2727AD6F639B}" dt="2024-11-17T17:57:52.817" v="2822" actId="20577"/>
          <ac:spMkLst>
            <pc:docMk/>
            <pc:sldMk cId="1961826914" sldId="904"/>
            <ac:spMk id="4" creationId="{7E4197F6-990C-1D14-0252-AE97DD7D374F}"/>
          </ac:spMkLst>
        </pc:spChg>
        <pc:spChg chg="mod">
          <ac:chgData name="José Albeiro Montes Gil" userId="867fdd7e-af85-49d0-9eaa-adef8cdd73b6" providerId="ADAL" clId="{130A3891-751B-4921-B736-2727AD6F639B}" dt="2024-11-17T17:58:27.850" v="2874" actId="20577"/>
          <ac:spMkLst>
            <pc:docMk/>
            <pc:sldMk cId="1961826914" sldId="904"/>
            <ac:spMk id="7" creationId="{C976DFF5-F7E8-E45A-E1C6-5D2B26428E08}"/>
          </ac:spMkLst>
        </pc:spChg>
      </pc:sldChg>
      <pc:sldChg chg="addSp modSp add mod">
        <pc:chgData name="José Albeiro Montes Gil" userId="867fdd7e-af85-49d0-9eaa-adef8cdd73b6" providerId="ADAL" clId="{130A3891-751B-4921-B736-2727AD6F639B}" dt="2024-11-17T18:01:51.027" v="3049" actId="113"/>
        <pc:sldMkLst>
          <pc:docMk/>
          <pc:sldMk cId="629443228" sldId="905"/>
        </pc:sldMkLst>
        <pc:spChg chg="add">
          <ac:chgData name="José Albeiro Montes Gil" userId="867fdd7e-af85-49d0-9eaa-adef8cdd73b6" providerId="ADAL" clId="{130A3891-751B-4921-B736-2727AD6F639B}" dt="2024-11-17T18:00:48.687" v="3027"/>
          <ac:spMkLst>
            <pc:docMk/>
            <pc:sldMk cId="629443228" sldId="905"/>
            <ac:spMk id="3" creationId="{D952C058-C758-3C9F-FA63-2F5098E31EA6}"/>
          </ac:spMkLst>
        </pc:spChg>
        <pc:spChg chg="mod">
          <ac:chgData name="José Albeiro Montes Gil" userId="867fdd7e-af85-49d0-9eaa-adef8cdd73b6" providerId="ADAL" clId="{130A3891-751B-4921-B736-2727AD6F639B}" dt="2024-11-17T18:01:51.027" v="3049" actId="113"/>
          <ac:spMkLst>
            <pc:docMk/>
            <pc:sldMk cId="629443228" sldId="905"/>
            <ac:spMk id="4" creationId="{0289CC20-9416-3F5F-C928-67F8286DFCF5}"/>
          </ac:spMkLst>
        </pc:spChg>
        <pc:spChg chg="mod">
          <ac:chgData name="José Albeiro Montes Gil" userId="867fdd7e-af85-49d0-9eaa-adef8cdd73b6" providerId="ADAL" clId="{130A3891-751B-4921-B736-2727AD6F639B}" dt="2024-11-17T17:58:44.435" v="2889" actId="20577"/>
          <ac:spMkLst>
            <pc:docMk/>
            <pc:sldMk cId="629443228" sldId="905"/>
            <ac:spMk id="7" creationId="{E21A437D-4312-ABED-84E7-7AC9F721B41C}"/>
          </ac:spMkLst>
        </pc:spChg>
      </pc:sldChg>
      <pc:sldChg chg="modSp add mod">
        <pc:chgData name="José Albeiro Montes Gil" userId="867fdd7e-af85-49d0-9eaa-adef8cdd73b6" providerId="ADAL" clId="{130A3891-751B-4921-B736-2727AD6F639B}" dt="2024-11-17T18:06:14.954" v="3150" actId="20577"/>
        <pc:sldMkLst>
          <pc:docMk/>
          <pc:sldMk cId="2752512597" sldId="906"/>
        </pc:sldMkLst>
        <pc:spChg chg="mod">
          <ac:chgData name="José Albeiro Montes Gil" userId="867fdd7e-af85-49d0-9eaa-adef8cdd73b6" providerId="ADAL" clId="{130A3891-751B-4921-B736-2727AD6F639B}" dt="2024-11-17T18:06:14.954" v="3150" actId="20577"/>
          <ac:spMkLst>
            <pc:docMk/>
            <pc:sldMk cId="2752512597" sldId="906"/>
            <ac:spMk id="4" creationId="{B6FD76F9-9E1D-F3B1-3AA8-FCB9CB0DE2F7}"/>
          </ac:spMkLst>
        </pc:spChg>
      </pc:sldChg>
      <pc:sldChg chg="modSp add mod">
        <pc:chgData name="José Albeiro Montes Gil" userId="867fdd7e-af85-49d0-9eaa-adef8cdd73b6" providerId="ADAL" clId="{130A3891-751B-4921-B736-2727AD6F639B}" dt="2024-11-17T18:12:09.411" v="3319" actId="20577"/>
        <pc:sldMkLst>
          <pc:docMk/>
          <pc:sldMk cId="4210647276" sldId="907"/>
        </pc:sldMkLst>
        <pc:spChg chg="mod">
          <ac:chgData name="José Albeiro Montes Gil" userId="867fdd7e-af85-49d0-9eaa-adef8cdd73b6" providerId="ADAL" clId="{130A3891-751B-4921-B736-2727AD6F639B}" dt="2024-11-17T18:12:09.411" v="3319" actId="20577"/>
          <ac:spMkLst>
            <pc:docMk/>
            <pc:sldMk cId="4210647276" sldId="907"/>
            <ac:spMk id="4" creationId="{EC23C83E-321B-A660-40B5-127FEB6019ED}"/>
          </ac:spMkLst>
        </pc:spChg>
      </pc:sldChg>
      <pc:sldChg chg="modSp add mod">
        <pc:chgData name="José Albeiro Montes Gil" userId="867fdd7e-af85-49d0-9eaa-adef8cdd73b6" providerId="ADAL" clId="{130A3891-751B-4921-B736-2727AD6F639B}" dt="2024-11-17T18:29:10.670" v="3344" actId="113"/>
        <pc:sldMkLst>
          <pc:docMk/>
          <pc:sldMk cId="2107039056" sldId="908"/>
        </pc:sldMkLst>
        <pc:spChg chg="mod">
          <ac:chgData name="José Albeiro Montes Gil" userId="867fdd7e-af85-49d0-9eaa-adef8cdd73b6" providerId="ADAL" clId="{130A3891-751B-4921-B736-2727AD6F639B}" dt="2024-11-17T18:29:10.670" v="3344" actId="113"/>
          <ac:spMkLst>
            <pc:docMk/>
            <pc:sldMk cId="2107039056" sldId="908"/>
            <ac:spMk id="4" creationId="{FAB99804-81E0-5794-2688-5ABD781BF9F9}"/>
          </ac:spMkLst>
        </pc:spChg>
      </pc:sldChg>
      <pc:sldChg chg="addSp modSp add mod">
        <pc:chgData name="José Albeiro Montes Gil" userId="867fdd7e-af85-49d0-9eaa-adef8cdd73b6" providerId="ADAL" clId="{130A3891-751B-4921-B736-2727AD6F639B}" dt="2024-11-18T04:53:28.147" v="6494" actId="20577"/>
        <pc:sldMkLst>
          <pc:docMk/>
          <pc:sldMk cId="4024494521" sldId="909"/>
        </pc:sldMkLst>
        <pc:spChg chg="mod">
          <ac:chgData name="José Albeiro Montes Gil" userId="867fdd7e-af85-49d0-9eaa-adef8cdd73b6" providerId="ADAL" clId="{130A3891-751B-4921-B736-2727AD6F639B}" dt="2024-11-18T04:53:28.147" v="6494" actId="20577"/>
          <ac:spMkLst>
            <pc:docMk/>
            <pc:sldMk cId="4024494521" sldId="909"/>
            <ac:spMk id="4" creationId="{EA504D46-8EF8-2E4F-082D-485BD59C49D1}"/>
          </ac:spMkLst>
        </pc:spChg>
        <pc:graphicFrameChg chg="add mod modGraphic">
          <ac:chgData name="José Albeiro Montes Gil" userId="867fdd7e-af85-49d0-9eaa-adef8cdd73b6" providerId="ADAL" clId="{130A3891-751B-4921-B736-2727AD6F639B}" dt="2024-11-17T20:18:24.820" v="6384" actId="1076"/>
          <ac:graphicFrameMkLst>
            <pc:docMk/>
            <pc:sldMk cId="4024494521" sldId="909"/>
            <ac:graphicFrameMk id="3" creationId="{B7FA6951-3EE3-FFCE-91BE-1D9D8856CC2D}"/>
          </ac:graphicFrameMkLst>
        </pc:graphicFrameChg>
      </pc:sldChg>
      <pc:sldChg chg="modSp add mod">
        <pc:chgData name="José Albeiro Montes Gil" userId="867fdd7e-af85-49d0-9eaa-adef8cdd73b6" providerId="ADAL" clId="{130A3891-751B-4921-B736-2727AD6F639B}" dt="2024-11-17T19:12:19.335" v="4135" actId="20577"/>
        <pc:sldMkLst>
          <pc:docMk/>
          <pc:sldMk cId="633455282" sldId="910"/>
        </pc:sldMkLst>
        <pc:spChg chg="mod">
          <ac:chgData name="José Albeiro Montes Gil" userId="867fdd7e-af85-49d0-9eaa-adef8cdd73b6" providerId="ADAL" clId="{130A3891-751B-4921-B736-2727AD6F639B}" dt="2024-11-17T19:12:19.335" v="4135" actId="20577"/>
          <ac:spMkLst>
            <pc:docMk/>
            <pc:sldMk cId="633455282" sldId="910"/>
            <ac:spMk id="4" creationId="{BD7CE690-4674-6C61-FB09-9210BE9BA61B}"/>
          </ac:spMkLst>
        </pc:spChg>
      </pc:sldChg>
      <pc:sldChg chg="delSp modSp add del mod">
        <pc:chgData name="José Albeiro Montes Gil" userId="867fdd7e-af85-49d0-9eaa-adef8cdd73b6" providerId="ADAL" clId="{130A3891-751B-4921-B736-2727AD6F639B}" dt="2024-11-17T18:44:33.907" v="3448" actId="2696"/>
        <pc:sldMkLst>
          <pc:docMk/>
          <pc:sldMk cId="4201085826" sldId="910"/>
        </pc:sldMkLst>
        <pc:spChg chg="mod">
          <ac:chgData name="José Albeiro Montes Gil" userId="867fdd7e-af85-49d0-9eaa-adef8cdd73b6" providerId="ADAL" clId="{130A3891-751B-4921-B736-2727AD6F639B}" dt="2024-11-17T18:44:17.106" v="3447"/>
          <ac:spMkLst>
            <pc:docMk/>
            <pc:sldMk cId="4201085826" sldId="910"/>
            <ac:spMk id="4" creationId="{0CD24A70-F1CD-33F1-8C68-E2E3CF1E919E}"/>
          </ac:spMkLst>
        </pc:spChg>
        <pc:graphicFrameChg chg="del">
          <ac:chgData name="José Albeiro Montes Gil" userId="867fdd7e-af85-49d0-9eaa-adef8cdd73b6" providerId="ADAL" clId="{130A3891-751B-4921-B736-2727AD6F639B}" dt="2024-11-17T18:43:24.538" v="3416" actId="21"/>
          <ac:graphicFrameMkLst>
            <pc:docMk/>
            <pc:sldMk cId="4201085826" sldId="910"/>
            <ac:graphicFrameMk id="3" creationId="{F7C80E3D-322A-97E0-605E-95A2ABF81C1A}"/>
          </ac:graphicFrameMkLst>
        </pc:graphicFrameChg>
      </pc:sldChg>
      <pc:sldChg chg="addSp delSp modSp add mod">
        <pc:chgData name="José Albeiro Montes Gil" userId="867fdd7e-af85-49d0-9eaa-adef8cdd73b6" providerId="ADAL" clId="{130A3891-751B-4921-B736-2727AD6F639B}" dt="2024-11-17T19:31:27.294" v="4677" actId="1076"/>
        <pc:sldMkLst>
          <pc:docMk/>
          <pc:sldMk cId="3472800318" sldId="911"/>
        </pc:sldMkLst>
        <pc:spChg chg="mod">
          <ac:chgData name="José Albeiro Montes Gil" userId="867fdd7e-af85-49d0-9eaa-adef8cdd73b6" providerId="ADAL" clId="{130A3891-751B-4921-B736-2727AD6F639B}" dt="2024-11-17T19:31:23.490" v="4676" actId="20577"/>
          <ac:spMkLst>
            <pc:docMk/>
            <pc:sldMk cId="3472800318" sldId="911"/>
            <ac:spMk id="4" creationId="{74111E97-F5C7-E3DE-7F93-6F79F1151031}"/>
          </ac:spMkLst>
        </pc:spChg>
        <pc:graphicFrameChg chg="add del mod modGraphic">
          <ac:chgData name="José Albeiro Montes Gil" userId="867fdd7e-af85-49d0-9eaa-adef8cdd73b6" providerId="ADAL" clId="{130A3891-751B-4921-B736-2727AD6F639B}" dt="2024-11-17T19:24:24.141" v="4489" actId="478"/>
          <ac:graphicFrameMkLst>
            <pc:docMk/>
            <pc:sldMk cId="3472800318" sldId="911"/>
            <ac:graphicFrameMk id="3" creationId="{C4F5B08C-5A43-5DEA-D42D-DC012A2C8792}"/>
          </ac:graphicFrameMkLst>
        </pc:graphicFrameChg>
        <pc:graphicFrameChg chg="add mod modGraphic">
          <ac:chgData name="José Albeiro Montes Gil" userId="867fdd7e-af85-49d0-9eaa-adef8cdd73b6" providerId="ADAL" clId="{130A3891-751B-4921-B736-2727AD6F639B}" dt="2024-11-17T19:31:27.294" v="4677" actId="1076"/>
          <ac:graphicFrameMkLst>
            <pc:docMk/>
            <pc:sldMk cId="3472800318" sldId="911"/>
            <ac:graphicFrameMk id="5" creationId="{B0A6000F-A4F1-FC60-D646-FD77872402B7}"/>
          </ac:graphicFrameMkLst>
        </pc:graphicFrameChg>
      </pc:sldChg>
      <pc:sldChg chg="modSp add mod">
        <pc:chgData name="José Albeiro Montes Gil" userId="867fdd7e-af85-49d0-9eaa-adef8cdd73b6" providerId="ADAL" clId="{130A3891-751B-4921-B736-2727AD6F639B}" dt="2024-11-17T19:46:40.340" v="5147" actId="20577"/>
        <pc:sldMkLst>
          <pc:docMk/>
          <pc:sldMk cId="2705765523" sldId="912"/>
        </pc:sldMkLst>
        <pc:spChg chg="mod">
          <ac:chgData name="José Albeiro Montes Gil" userId="867fdd7e-af85-49d0-9eaa-adef8cdd73b6" providerId="ADAL" clId="{130A3891-751B-4921-B736-2727AD6F639B}" dt="2024-11-17T19:46:40.340" v="5147" actId="20577"/>
          <ac:spMkLst>
            <pc:docMk/>
            <pc:sldMk cId="2705765523" sldId="912"/>
            <ac:spMk id="4" creationId="{AC583207-77EC-6C67-AC47-F343726EE6D2}"/>
          </ac:spMkLst>
        </pc:spChg>
      </pc:sldChg>
      <pc:sldChg chg="addSp modSp add mod">
        <pc:chgData name="José Albeiro Montes Gil" userId="867fdd7e-af85-49d0-9eaa-adef8cdd73b6" providerId="ADAL" clId="{130A3891-751B-4921-B736-2727AD6F639B}" dt="2024-11-18T15:38:10.720" v="6496" actId="20577"/>
        <pc:sldMkLst>
          <pc:docMk/>
          <pc:sldMk cId="727974830" sldId="913"/>
        </pc:sldMkLst>
        <pc:spChg chg="mod">
          <ac:chgData name="José Albeiro Montes Gil" userId="867fdd7e-af85-49d0-9eaa-adef8cdd73b6" providerId="ADAL" clId="{130A3891-751B-4921-B736-2727AD6F639B}" dt="2024-11-17T19:23:37.766" v="4459" actId="20577"/>
          <ac:spMkLst>
            <pc:docMk/>
            <pc:sldMk cId="727974830" sldId="913"/>
            <ac:spMk id="4" creationId="{E37268BF-43DD-AF88-0A8E-8120D6963318}"/>
          </ac:spMkLst>
        </pc:spChg>
        <pc:spChg chg="add mod">
          <ac:chgData name="José Albeiro Montes Gil" userId="867fdd7e-af85-49d0-9eaa-adef8cdd73b6" providerId="ADAL" clId="{130A3891-751B-4921-B736-2727AD6F639B}" dt="2024-11-18T15:38:10.720" v="6496" actId="20577"/>
          <ac:spMkLst>
            <pc:docMk/>
            <pc:sldMk cId="727974830" sldId="913"/>
            <ac:spMk id="5" creationId="{3CA81725-010A-E2DA-0D3B-DEF95E118F54}"/>
          </ac:spMkLst>
        </pc:spChg>
      </pc:sldChg>
      <pc:sldChg chg="modSp add mod">
        <pc:chgData name="José Albeiro Montes Gil" userId="867fdd7e-af85-49d0-9eaa-adef8cdd73b6" providerId="ADAL" clId="{130A3891-751B-4921-B736-2727AD6F639B}" dt="2024-11-17T19:46:34.815" v="5145" actId="20577"/>
        <pc:sldMkLst>
          <pc:docMk/>
          <pc:sldMk cId="802946363" sldId="914"/>
        </pc:sldMkLst>
        <pc:spChg chg="mod">
          <ac:chgData name="José Albeiro Montes Gil" userId="867fdd7e-af85-49d0-9eaa-adef8cdd73b6" providerId="ADAL" clId="{130A3891-751B-4921-B736-2727AD6F639B}" dt="2024-11-17T19:46:34.815" v="5145" actId="20577"/>
          <ac:spMkLst>
            <pc:docMk/>
            <pc:sldMk cId="802946363" sldId="914"/>
            <ac:spMk id="4" creationId="{038AEBA8-F245-8433-D390-3C106A082BDE}"/>
          </ac:spMkLst>
        </pc:spChg>
      </pc:sldChg>
      <pc:sldChg chg="addSp modSp add mod">
        <pc:chgData name="José Albeiro Montes Gil" userId="867fdd7e-af85-49d0-9eaa-adef8cdd73b6" providerId="ADAL" clId="{130A3891-751B-4921-B736-2727AD6F639B}" dt="2024-11-17T19:42:40.636" v="5104" actId="1076"/>
        <pc:sldMkLst>
          <pc:docMk/>
          <pc:sldMk cId="1666994101" sldId="915"/>
        </pc:sldMkLst>
        <pc:spChg chg="add mod">
          <ac:chgData name="José Albeiro Montes Gil" userId="867fdd7e-af85-49d0-9eaa-adef8cdd73b6" providerId="ADAL" clId="{130A3891-751B-4921-B736-2727AD6F639B}" dt="2024-11-17T19:42:40.636" v="5104" actId="1076"/>
          <ac:spMkLst>
            <pc:docMk/>
            <pc:sldMk cId="1666994101" sldId="915"/>
            <ac:spMk id="3" creationId="{697F427F-C632-67B1-42DE-0784A7DB54E7}"/>
          </ac:spMkLst>
        </pc:spChg>
        <pc:spChg chg="mod">
          <ac:chgData name="José Albeiro Montes Gil" userId="867fdd7e-af85-49d0-9eaa-adef8cdd73b6" providerId="ADAL" clId="{130A3891-751B-4921-B736-2727AD6F639B}" dt="2024-11-17T19:41:44.708" v="5037" actId="20577"/>
          <ac:spMkLst>
            <pc:docMk/>
            <pc:sldMk cId="1666994101" sldId="915"/>
            <ac:spMk id="4" creationId="{DEFEE9A7-8B51-E497-8247-7025D57FF7EF}"/>
          </ac:spMkLst>
        </pc:spChg>
      </pc:sldChg>
      <pc:sldChg chg="delSp modSp add mod">
        <pc:chgData name="José Albeiro Montes Gil" userId="867fdd7e-af85-49d0-9eaa-adef8cdd73b6" providerId="ADAL" clId="{130A3891-751B-4921-B736-2727AD6F639B}" dt="2024-11-17T19:44:57.115" v="5139" actId="123"/>
        <pc:sldMkLst>
          <pc:docMk/>
          <pc:sldMk cId="2250316419" sldId="916"/>
        </pc:sldMkLst>
        <pc:spChg chg="del">
          <ac:chgData name="José Albeiro Montes Gil" userId="867fdd7e-af85-49d0-9eaa-adef8cdd73b6" providerId="ADAL" clId="{130A3891-751B-4921-B736-2727AD6F639B}" dt="2024-11-17T19:44:51.806" v="5137" actId="478"/>
          <ac:spMkLst>
            <pc:docMk/>
            <pc:sldMk cId="2250316419" sldId="916"/>
            <ac:spMk id="3" creationId="{99738C97-E479-0AA4-A5F0-57D4E1F337C7}"/>
          </ac:spMkLst>
        </pc:spChg>
        <pc:spChg chg="mod">
          <ac:chgData name="José Albeiro Montes Gil" userId="867fdd7e-af85-49d0-9eaa-adef8cdd73b6" providerId="ADAL" clId="{130A3891-751B-4921-B736-2727AD6F639B}" dt="2024-11-17T19:44:57.115" v="5139" actId="123"/>
          <ac:spMkLst>
            <pc:docMk/>
            <pc:sldMk cId="2250316419" sldId="916"/>
            <ac:spMk id="4" creationId="{5C2D7B38-AC22-BEF1-F675-016685DF4E1B}"/>
          </ac:spMkLst>
        </pc:spChg>
      </pc:sldChg>
      <pc:sldChg chg="addSp modSp add mod">
        <pc:chgData name="José Albeiro Montes Gil" userId="867fdd7e-af85-49d0-9eaa-adef8cdd73b6" providerId="ADAL" clId="{130A3891-751B-4921-B736-2727AD6F639B}" dt="2024-11-17T20:02:47.726" v="5686" actId="20577"/>
        <pc:sldMkLst>
          <pc:docMk/>
          <pc:sldMk cId="3519963837" sldId="917"/>
        </pc:sldMkLst>
        <pc:spChg chg="mod">
          <ac:chgData name="José Albeiro Montes Gil" userId="867fdd7e-af85-49d0-9eaa-adef8cdd73b6" providerId="ADAL" clId="{130A3891-751B-4921-B736-2727AD6F639B}" dt="2024-11-17T19:59:01.445" v="5437" actId="20577"/>
          <ac:spMkLst>
            <pc:docMk/>
            <pc:sldMk cId="3519963837" sldId="917"/>
            <ac:spMk id="4" creationId="{865F3716-CB6D-4B35-4458-495CC2054C50}"/>
          </ac:spMkLst>
        </pc:spChg>
        <pc:graphicFrameChg chg="add mod modGraphic">
          <ac:chgData name="José Albeiro Montes Gil" userId="867fdd7e-af85-49d0-9eaa-adef8cdd73b6" providerId="ADAL" clId="{130A3891-751B-4921-B736-2727AD6F639B}" dt="2024-11-17T20:02:47.726" v="5686" actId="20577"/>
          <ac:graphicFrameMkLst>
            <pc:docMk/>
            <pc:sldMk cId="3519963837" sldId="917"/>
            <ac:graphicFrameMk id="3" creationId="{E488330C-C2DA-01F2-3450-B0C7651B6F68}"/>
          </ac:graphicFrameMkLst>
        </pc:graphicFrameChg>
      </pc:sldChg>
      <pc:sldChg chg="delSp modSp add mod">
        <pc:chgData name="José Albeiro Montes Gil" userId="867fdd7e-af85-49d0-9eaa-adef8cdd73b6" providerId="ADAL" clId="{130A3891-751B-4921-B736-2727AD6F639B}" dt="2024-11-17T20:05:29.344" v="5779" actId="20577"/>
        <pc:sldMkLst>
          <pc:docMk/>
          <pc:sldMk cId="398500752" sldId="918"/>
        </pc:sldMkLst>
        <pc:spChg chg="mod">
          <ac:chgData name="José Albeiro Montes Gil" userId="867fdd7e-af85-49d0-9eaa-adef8cdd73b6" providerId="ADAL" clId="{130A3891-751B-4921-B736-2727AD6F639B}" dt="2024-11-17T20:05:29.344" v="5779" actId="20577"/>
          <ac:spMkLst>
            <pc:docMk/>
            <pc:sldMk cId="398500752" sldId="918"/>
            <ac:spMk id="4" creationId="{097E207F-C6AE-2221-5654-5CBA018C2037}"/>
          </ac:spMkLst>
        </pc:spChg>
        <pc:graphicFrameChg chg="del">
          <ac:chgData name="José Albeiro Montes Gil" userId="867fdd7e-af85-49d0-9eaa-adef8cdd73b6" providerId="ADAL" clId="{130A3891-751B-4921-B736-2727AD6F639B}" dt="2024-11-17T19:59:21.156" v="5440" actId="21"/>
          <ac:graphicFrameMkLst>
            <pc:docMk/>
            <pc:sldMk cId="398500752" sldId="918"/>
            <ac:graphicFrameMk id="3" creationId="{E88354CB-1E8D-2DC6-1A24-377CDADBCFB8}"/>
          </ac:graphicFrameMkLst>
        </pc:graphicFrameChg>
      </pc:sldChg>
      <pc:sldChg chg="modSp add mod">
        <pc:chgData name="José Albeiro Montes Gil" userId="867fdd7e-af85-49d0-9eaa-adef8cdd73b6" providerId="ADAL" clId="{130A3891-751B-4921-B736-2727AD6F639B}" dt="2024-11-17T20:14:16.721" v="6228" actId="255"/>
        <pc:sldMkLst>
          <pc:docMk/>
          <pc:sldMk cId="3437775591" sldId="919"/>
        </pc:sldMkLst>
        <pc:spChg chg="mod">
          <ac:chgData name="José Albeiro Montes Gil" userId="867fdd7e-af85-49d0-9eaa-adef8cdd73b6" providerId="ADAL" clId="{130A3891-751B-4921-B736-2727AD6F639B}" dt="2024-11-17T20:14:16.721" v="6228" actId="255"/>
          <ac:spMkLst>
            <pc:docMk/>
            <pc:sldMk cId="3437775591" sldId="919"/>
            <ac:spMk id="4" creationId="{FE8F8CC4-DBB1-2DC2-DB60-BC6D442CE984}"/>
          </ac:spMkLst>
        </pc:spChg>
      </pc:sldChg>
      <pc:sldChg chg="delSp modSp add mod">
        <pc:chgData name="José Albeiro Montes Gil" userId="867fdd7e-af85-49d0-9eaa-adef8cdd73b6" providerId="ADAL" clId="{130A3891-751B-4921-B736-2727AD6F639B}" dt="2024-11-30T23:51:34.489" v="6621" actId="20577"/>
        <pc:sldMkLst>
          <pc:docMk/>
          <pc:sldMk cId="2864613976" sldId="920"/>
        </pc:sldMkLst>
        <pc:spChg chg="del mod">
          <ac:chgData name="José Albeiro Montes Gil" userId="867fdd7e-af85-49d0-9eaa-adef8cdd73b6" providerId="ADAL" clId="{130A3891-751B-4921-B736-2727AD6F639B}" dt="2024-11-30T23:48:53.903" v="6549"/>
          <ac:spMkLst>
            <pc:docMk/>
            <pc:sldMk cId="2864613976" sldId="920"/>
            <ac:spMk id="4" creationId="{353FE057-03FD-743F-A71D-E055449A515C}"/>
          </ac:spMkLst>
        </pc:spChg>
        <pc:spChg chg="mod">
          <ac:chgData name="José Albeiro Montes Gil" userId="867fdd7e-af85-49d0-9eaa-adef8cdd73b6" providerId="ADAL" clId="{130A3891-751B-4921-B736-2727AD6F639B}" dt="2024-11-30T23:51:34.489" v="6621" actId="20577"/>
          <ac:spMkLst>
            <pc:docMk/>
            <pc:sldMk cId="2864613976" sldId="920"/>
            <ac:spMk id="2050" creationId="{AFFA1D88-33A8-6348-CC6A-9B36EF3023DB}"/>
          </ac:spMkLst>
        </pc:spChg>
      </pc:sldChg>
      <pc:sldChg chg="modSp add del mod">
        <pc:chgData name="José Albeiro Montes Gil" userId="867fdd7e-af85-49d0-9eaa-adef8cdd73b6" providerId="ADAL" clId="{130A3891-751B-4921-B736-2727AD6F639B}" dt="2024-12-01T01:06:08.641" v="9165" actId="47"/>
        <pc:sldMkLst>
          <pc:docMk/>
          <pc:sldMk cId="4163169594" sldId="921"/>
        </pc:sldMkLst>
        <pc:spChg chg="mod">
          <ac:chgData name="José Albeiro Montes Gil" userId="867fdd7e-af85-49d0-9eaa-adef8cdd73b6" providerId="ADAL" clId="{130A3891-751B-4921-B736-2727AD6F639B}" dt="2024-11-30T23:49:02.332" v="6564" actId="20577"/>
          <ac:spMkLst>
            <pc:docMk/>
            <pc:sldMk cId="4163169594" sldId="921"/>
            <ac:spMk id="7" creationId="{899A6EF4-8E0C-AC8F-5A40-F64B56BA9C7F}"/>
          </ac:spMkLst>
        </pc:spChg>
      </pc:sldChg>
      <pc:sldChg chg="add del">
        <pc:chgData name="José Albeiro Montes Gil" userId="867fdd7e-af85-49d0-9eaa-adef8cdd73b6" providerId="ADAL" clId="{130A3891-751B-4921-B736-2727AD6F639B}" dt="2024-12-01T01:06:09.714" v="9166" actId="47"/>
        <pc:sldMkLst>
          <pc:docMk/>
          <pc:sldMk cId="3276082788" sldId="922"/>
        </pc:sldMkLst>
      </pc:sldChg>
      <pc:sldChg chg="addSp delSp modSp add mod">
        <pc:chgData name="José Albeiro Montes Gil" userId="867fdd7e-af85-49d0-9eaa-adef8cdd73b6" providerId="ADAL" clId="{130A3891-751B-4921-B736-2727AD6F639B}" dt="2024-12-01T00:00:14.216" v="7078" actId="20577"/>
        <pc:sldMkLst>
          <pc:docMk/>
          <pc:sldMk cId="3357090484" sldId="923"/>
        </pc:sldMkLst>
        <pc:spChg chg="mod">
          <ac:chgData name="José Albeiro Montes Gil" userId="867fdd7e-af85-49d0-9eaa-adef8cdd73b6" providerId="ADAL" clId="{130A3891-751B-4921-B736-2727AD6F639B}" dt="2024-12-01T00:00:14.216" v="7078" actId="20577"/>
          <ac:spMkLst>
            <pc:docMk/>
            <pc:sldMk cId="3357090484" sldId="923"/>
            <ac:spMk id="4" creationId="{CBB00701-86C2-AABD-7EF6-EF463199F8A7}"/>
          </ac:spMkLst>
        </pc:spChg>
        <pc:spChg chg="add">
          <ac:chgData name="José Albeiro Montes Gil" userId="867fdd7e-af85-49d0-9eaa-adef8cdd73b6" providerId="ADAL" clId="{130A3891-751B-4921-B736-2727AD6F639B}" dt="2024-11-30T23:59:22.005" v="7061"/>
          <ac:spMkLst>
            <pc:docMk/>
            <pc:sldMk cId="3357090484" sldId="923"/>
            <ac:spMk id="5" creationId="{36A15470-7F8F-E4D7-4863-77E1F3C30388}"/>
          </ac:spMkLst>
        </pc:spChg>
        <pc:spChg chg="mod">
          <ac:chgData name="José Albeiro Montes Gil" userId="867fdd7e-af85-49d0-9eaa-adef8cdd73b6" providerId="ADAL" clId="{130A3891-751B-4921-B736-2727AD6F639B}" dt="2024-11-30T23:51:54.825" v="6648" actId="20577"/>
          <ac:spMkLst>
            <pc:docMk/>
            <pc:sldMk cId="3357090484" sldId="923"/>
            <ac:spMk id="7" creationId="{FACEB288-3A74-992F-D422-A9203A619F21}"/>
          </ac:spMkLst>
        </pc:spChg>
        <pc:graphicFrameChg chg="del">
          <ac:chgData name="José Albeiro Montes Gil" userId="867fdd7e-af85-49d0-9eaa-adef8cdd73b6" providerId="ADAL" clId="{130A3891-751B-4921-B736-2727AD6F639B}" dt="2024-11-30T23:53:53.073" v="7025" actId="478"/>
          <ac:graphicFrameMkLst>
            <pc:docMk/>
            <pc:sldMk cId="3357090484" sldId="923"/>
            <ac:graphicFrameMk id="3" creationId="{7804B3B0-D161-4966-8077-95EDF8C4AFF2}"/>
          </ac:graphicFrameMkLst>
        </pc:graphicFrameChg>
      </pc:sldChg>
      <pc:sldChg chg="addSp delSp modSp add mod">
        <pc:chgData name="José Albeiro Montes Gil" userId="867fdd7e-af85-49d0-9eaa-adef8cdd73b6" providerId="ADAL" clId="{130A3891-751B-4921-B736-2727AD6F639B}" dt="2024-12-01T00:06:04.966" v="7164" actId="14100"/>
        <pc:sldMkLst>
          <pc:docMk/>
          <pc:sldMk cId="2333276229" sldId="924"/>
        </pc:sldMkLst>
        <pc:spChg chg="add del mod">
          <ac:chgData name="José Albeiro Montes Gil" userId="867fdd7e-af85-49d0-9eaa-adef8cdd73b6" providerId="ADAL" clId="{130A3891-751B-4921-B736-2727AD6F639B}" dt="2024-12-01T00:05:26.980" v="7152" actId="21"/>
          <ac:spMkLst>
            <pc:docMk/>
            <pc:sldMk cId="2333276229" sldId="924"/>
            <ac:spMk id="3" creationId="{37077678-560D-C18F-8F17-299416B7C061}"/>
          </ac:spMkLst>
        </pc:spChg>
        <pc:spChg chg="add del mod">
          <ac:chgData name="José Albeiro Montes Gil" userId="867fdd7e-af85-49d0-9eaa-adef8cdd73b6" providerId="ADAL" clId="{130A3891-751B-4921-B736-2727AD6F639B}" dt="2024-12-01T00:05:59.595" v="7162" actId="14100"/>
          <ac:spMkLst>
            <pc:docMk/>
            <pc:sldMk cId="2333276229" sldId="924"/>
            <ac:spMk id="4" creationId="{37077678-560D-C18F-8F17-299416B7C061}"/>
          </ac:spMkLst>
        </pc:spChg>
        <pc:picChg chg="add mod">
          <ac:chgData name="José Albeiro Montes Gil" userId="867fdd7e-af85-49d0-9eaa-adef8cdd73b6" providerId="ADAL" clId="{130A3891-751B-4921-B736-2727AD6F639B}" dt="2024-12-01T00:06:04.966" v="7164" actId="14100"/>
          <ac:picMkLst>
            <pc:docMk/>
            <pc:sldMk cId="2333276229" sldId="924"/>
            <ac:picMk id="5" creationId="{66E1582C-62CF-1E3E-10E6-46CD8AC63914}"/>
          </ac:picMkLst>
        </pc:picChg>
        <pc:picChg chg="add del mod">
          <ac:chgData name="José Albeiro Montes Gil" userId="867fdd7e-af85-49d0-9eaa-adef8cdd73b6" providerId="ADAL" clId="{130A3891-751B-4921-B736-2727AD6F639B}" dt="2024-12-01T00:05:19.191" v="7149" actId="14100"/>
          <ac:picMkLst>
            <pc:docMk/>
            <pc:sldMk cId="2333276229" sldId="924"/>
            <ac:picMk id="2050" creationId="{66E1582C-62CF-1E3E-10E6-46CD8AC63914}"/>
          </ac:picMkLst>
        </pc:picChg>
      </pc:sldChg>
      <pc:sldChg chg="addSp delSp modSp add mod">
        <pc:chgData name="José Albeiro Montes Gil" userId="867fdd7e-af85-49d0-9eaa-adef8cdd73b6" providerId="ADAL" clId="{130A3891-751B-4921-B736-2727AD6F639B}" dt="2024-12-01T00:09:43.166" v="7201" actId="478"/>
        <pc:sldMkLst>
          <pc:docMk/>
          <pc:sldMk cId="3721125972" sldId="925"/>
        </pc:sldMkLst>
        <pc:spChg chg="add del mod">
          <ac:chgData name="José Albeiro Montes Gil" userId="867fdd7e-af85-49d0-9eaa-adef8cdd73b6" providerId="ADAL" clId="{130A3891-751B-4921-B736-2727AD6F639B}" dt="2024-12-01T00:08:03.259" v="7188"/>
          <ac:spMkLst>
            <pc:docMk/>
            <pc:sldMk cId="3721125972" sldId="925"/>
            <ac:spMk id="3" creationId="{739D6EA5-B1EC-8072-1AFE-7EB70A45FA54}"/>
          </ac:spMkLst>
        </pc:spChg>
        <pc:spChg chg="mod">
          <ac:chgData name="José Albeiro Montes Gil" userId="867fdd7e-af85-49d0-9eaa-adef8cdd73b6" providerId="ADAL" clId="{130A3891-751B-4921-B736-2727AD6F639B}" dt="2024-12-01T00:08:20.973" v="7193" actId="20577"/>
          <ac:spMkLst>
            <pc:docMk/>
            <pc:sldMk cId="3721125972" sldId="925"/>
            <ac:spMk id="4" creationId="{A7642BAF-812C-D5AE-5746-EB757664926B}"/>
          </ac:spMkLst>
        </pc:spChg>
        <pc:picChg chg="del">
          <ac:chgData name="José Albeiro Montes Gil" userId="867fdd7e-af85-49d0-9eaa-adef8cdd73b6" providerId="ADAL" clId="{130A3891-751B-4921-B736-2727AD6F639B}" dt="2024-12-01T00:06:58.505" v="7173" actId="478"/>
          <ac:picMkLst>
            <pc:docMk/>
            <pc:sldMk cId="3721125972" sldId="925"/>
            <ac:picMk id="5" creationId="{9E57FC30-4854-8BB0-60B2-D7BEC9F00F9B}"/>
          </ac:picMkLst>
        </pc:picChg>
        <pc:picChg chg="add del">
          <ac:chgData name="José Albeiro Montes Gil" userId="867fdd7e-af85-49d0-9eaa-adef8cdd73b6" providerId="ADAL" clId="{130A3891-751B-4921-B736-2727AD6F639B}" dt="2024-12-01T00:09:43.166" v="7201" actId="478"/>
          <ac:picMkLst>
            <pc:docMk/>
            <pc:sldMk cId="3721125972" sldId="925"/>
            <ac:picMk id="3075" creationId="{2DE06EF5-ED87-DB48-3BE8-94D661DDD446}"/>
          </ac:picMkLst>
        </pc:picChg>
      </pc:sldChg>
      <pc:sldChg chg="addSp delSp modSp add mod">
        <pc:chgData name="José Albeiro Montes Gil" userId="867fdd7e-af85-49d0-9eaa-adef8cdd73b6" providerId="ADAL" clId="{130A3891-751B-4921-B736-2727AD6F639B}" dt="2024-12-01T00:09:41.117" v="7200" actId="1076"/>
        <pc:sldMkLst>
          <pc:docMk/>
          <pc:sldMk cId="3894531198" sldId="926"/>
        </pc:sldMkLst>
        <pc:spChg chg="del">
          <ac:chgData name="José Albeiro Montes Gil" userId="867fdd7e-af85-49d0-9eaa-adef8cdd73b6" providerId="ADAL" clId="{130A3891-751B-4921-B736-2727AD6F639B}" dt="2024-12-01T00:09:37.066" v="7198" actId="478"/>
          <ac:spMkLst>
            <pc:docMk/>
            <pc:sldMk cId="3894531198" sldId="926"/>
            <ac:spMk id="4" creationId="{164BFACD-8DBA-B0D0-DC16-AC0D10B2F6C7}"/>
          </ac:spMkLst>
        </pc:spChg>
        <pc:picChg chg="add del mod">
          <ac:chgData name="José Albeiro Montes Gil" userId="867fdd7e-af85-49d0-9eaa-adef8cdd73b6" providerId="ADAL" clId="{130A3891-751B-4921-B736-2727AD6F639B}" dt="2024-12-01T00:09:41.117" v="7200" actId="1076"/>
          <ac:picMkLst>
            <pc:docMk/>
            <pc:sldMk cId="3894531198" sldId="926"/>
            <ac:picMk id="3075" creationId="{6AC92DD4-A30B-2F34-7DAA-BF8FA80D1701}"/>
          </ac:picMkLst>
        </pc:picChg>
      </pc:sldChg>
      <pc:sldChg chg="modSp add mod">
        <pc:chgData name="José Albeiro Montes Gil" userId="867fdd7e-af85-49d0-9eaa-adef8cdd73b6" providerId="ADAL" clId="{130A3891-751B-4921-B736-2727AD6F639B}" dt="2024-12-01T00:12:23.797" v="7260" actId="12"/>
        <pc:sldMkLst>
          <pc:docMk/>
          <pc:sldMk cId="3271304680" sldId="927"/>
        </pc:sldMkLst>
        <pc:spChg chg="mod">
          <ac:chgData name="José Albeiro Montes Gil" userId="867fdd7e-af85-49d0-9eaa-adef8cdd73b6" providerId="ADAL" clId="{130A3891-751B-4921-B736-2727AD6F639B}" dt="2024-12-01T00:12:23.797" v="7260" actId="12"/>
          <ac:spMkLst>
            <pc:docMk/>
            <pc:sldMk cId="3271304680" sldId="927"/>
            <ac:spMk id="4" creationId="{E1265465-1791-0766-6206-6E1B183046E2}"/>
          </ac:spMkLst>
        </pc:spChg>
      </pc:sldChg>
      <pc:sldChg chg="addSp modSp add mod">
        <pc:chgData name="José Albeiro Montes Gil" userId="867fdd7e-af85-49d0-9eaa-adef8cdd73b6" providerId="ADAL" clId="{130A3891-751B-4921-B736-2727AD6F639B}" dt="2024-12-01T00:13:59.647" v="7294" actId="12"/>
        <pc:sldMkLst>
          <pc:docMk/>
          <pc:sldMk cId="33400387" sldId="928"/>
        </pc:sldMkLst>
        <pc:spChg chg="add">
          <ac:chgData name="José Albeiro Montes Gil" userId="867fdd7e-af85-49d0-9eaa-adef8cdd73b6" providerId="ADAL" clId="{130A3891-751B-4921-B736-2727AD6F639B}" dt="2024-12-01T00:12:51.710" v="7272"/>
          <ac:spMkLst>
            <pc:docMk/>
            <pc:sldMk cId="33400387" sldId="928"/>
            <ac:spMk id="3" creationId="{62DAD8F9-208E-BD5F-87E1-14B61B2019FE}"/>
          </ac:spMkLst>
        </pc:spChg>
        <pc:spChg chg="mod">
          <ac:chgData name="José Albeiro Montes Gil" userId="867fdd7e-af85-49d0-9eaa-adef8cdd73b6" providerId="ADAL" clId="{130A3891-751B-4921-B736-2727AD6F639B}" dt="2024-12-01T00:13:59.647" v="7294" actId="12"/>
          <ac:spMkLst>
            <pc:docMk/>
            <pc:sldMk cId="33400387" sldId="928"/>
            <ac:spMk id="4" creationId="{5B51E18F-CAD4-0768-D154-F4607286C2C1}"/>
          </ac:spMkLst>
        </pc:spChg>
      </pc:sldChg>
      <pc:sldChg chg="addSp modSp add mod">
        <pc:chgData name="José Albeiro Montes Gil" userId="867fdd7e-af85-49d0-9eaa-adef8cdd73b6" providerId="ADAL" clId="{130A3891-751B-4921-B736-2727AD6F639B}" dt="2024-12-01T00:18:30.814" v="7340" actId="255"/>
        <pc:sldMkLst>
          <pc:docMk/>
          <pc:sldMk cId="835880874" sldId="929"/>
        </pc:sldMkLst>
        <pc:spChg chg="add">
          <ac:chgData name="José Albeiro Montes Gil" userId="867fdd7e-af85-49d0-9eaa-adef8cdd73b6" providerId="ADAL" clId="{130A3891-751B-4921-B736-2727AD6F639B}" dt="2024-12-01T00:16:44.161" v="7304"/>
          <ac:spMkLst>
            <pc:docMk/>
            <pc:sldMk cId="835880874" sldId="929"/>
            <ac:spMk id="3" creationId="{565D80AE-F7EA-94C4-8C3D-37D02FC32332}"/>
          </ac:spMkLst>
        </pc:spChg>
        <pc:spChg chg="mod">
          <ac:chgData name="José Albeiro Montes Gil" userId="867fdd7e-af85-49d0-9eaa-adef8cdd73b6" providerId="ADAL" clId="{130A3891-751B-4921-B736-2727AD6F639B}" dt="2024-12-01T00:18:30.814" v="7340" actId="255"/>
          <ac:spMkLst>
            <pc:docMk/>
            <pc:sldMk cId="835880874" sldId="929"/>
            <ac:spMk id="4" creationId="{367DFD46-E052-CB0D-BFB5-3CB2A047EF56}"/>
          </ac:spMkLst>
        </pc:spChg>
        <pc:spChg chg="add mod">
          <ac:chgData name="José Albeiro Montes Gil" userId="867fdd7e-af85-49d0-9eaa-adef8cdd73b6" providerId="ADAL" clId="{130A3891-751B-4921-B736-2727AD6F639B}" dt="2024-12-01T00:16:59.780" v="7308" actId="1076"/>
          <ac:spMkLst>
            <pc:docMk/>
            <pc:sldMk cId="835880874" sldId="929"/>
            <ac:spMk id="5" creationId="{291605BE-4069-8631-23C4-7D25A2F6A76B}"/>
          </ac:spMkLst>
        </pc:spChg>
      </pc:sldChg>
      <pc:sldChg chg="addSp modSp add mod">
        <pc:chgData name="José Albeiro Montes Gil" userId="867fdd7e-af85-49d0-9eaa-adef8cdd73b6" providerId="ADAL" clId="{130A3891-751B-4921-B736-2727AD6F639B}" dt="2024-12-01T00:21:30.396" v="7414" actId="20577"/>
        <pc:sldMkLst>
          <pc:docMk/>
          <pc:sldMk cId="1062880851" sldId="930"/>
        </pc:sldMkLst>
        <pc:spChg chg="add">
          <ac:chgData name="José Albeiro Montes Gil" userId="867fdd7e-af85-49d0-9eaa-adef8cdd73b6" providerId="ADAL" clId="{130A3891-751B-4921-B736-2727AD6F639B}" dt="2024-12-01T00:19:05.877" v="7345"/>
          <ac:spMkLst>
            <pc:docMk/>
            <pc:sldMk cId="1062880851" sldId="930"/>
            <ac:spMk id="3" creationId="{DA8224BA-792E-0399-A08C-74EE2DD5C025}"/>
          </ac:spMkLst>
        </pc:spChg>
        <pc:spChg chg="mod">
          <ac:chgData name="José Albeiro Montes Gil" userId="867fdd7e-af85-49d0-9eaa-adef8cdd73b6" providerId="ADAL" clId="{130A3891-751B-4921-B736-2727AD6F639B}" dt="2024-12-01T00:21:30.396" v="7414" actId="20577"/>
          <ac:spMkLst>
            <pc:docMk/>
            <pc:sldMk cId="1062880851" sldId="930"/>
            <ac:spMk id="4" creationId="{5C746EFA-2DDD-4ECD-B36F-08DFC63B8CCF}"/>
          </ac:spMkLst>
        </pc:spChg>
        <pc:spChg chg="add">
          <ac:chgData name="José Albeiro Montes Gil" userId="867fdd7e-af85-49d0-9eaa-adef8cdd73b6" providerId="ADAL" clId="{130A3891-751B-4921-B736-2727AD6F639B}" dt="2024-12-01T00:19:11.929" v="7349"/>
          <ac:spMkLst>
            <pc:docMk/>
            <pc:sldMk cId="1062880851" sldId="930"/>
            <ac:spMk id="5" creationId="{29FEE0B5-6B3A-87F9-8567-9A6610ADD377}"/>
          </ac:spMkLst>
        </pc:spChg>
        <pc:spChg chg="add">
          <ac:chgData name="José Albeiro Montes Gil" userId="867fdd7e-af85-49d0-9eaa-adef8cdd73b6" providerId="ADAL" clId="{130A3891-751B-4921-B736-2727AD6F639B}" dt="2024-12-01T00:19:14.186" v="7350"/>
          <ac:spMkLst>
            <pc:docMk/>
            <pc:sldMk cId="1062880851" sldId="930"/>
            <ac:spMk id="6" creationId="{B77CA98E-E028-0B05-295B-57C3D57253BA}"/>
          </ac:spMkLst>
        </pc:spChg>
      </pc:sldChg>
      <pc:sldChg chg="addSp modSp add mod">
        <pc:chgData name="José Albeiro Montes Gil" userId="867fdd7e-af85-49d0-9eaa-adef8cdd73b6" providerId="ADAL" clId="{130A3891-751B-4921-B736-2727AD6F639B}" dt="2024-12-01T00:24:29.016" v="7483" actId="20577"/>
        <pc:sldMkLst>
          <pc:docMk/>
          <pc:sldMk cId="4187496321" sldId="931"/>
        </pc:sldMkLst>
        <pc:spChg chg="add">
          <ac:chgData name="José Albeiro Montes Gil" userId="867fdd7e-af85-49d0-9eaa-adef8cdd73b6" providerId="ADAL" clId="{130A3891-751B-4921-B736-2727AD6F639B}" dt="2024-12-01T00:21:52.141" v="7418"/>
          <ac:spMkLst>
            <pc:docMk/>
            <pc:sldMk cId="4187496321" sldId="931"/>
            <ac:spMk id="3" creationId="{122BD519-32AC-1AED-9A3F-3D3585849380}"/>
          </ac:spMkLst>
        </pc:spChg>
        <pc:spChg chg="mod">
          <ac:chgData name="José Albeiro Montes Gil" userId="867fdd7e-af85-49d0-9eaa-adef8cdd73b6" providerId="ADAL" clId="{130A3891-751B-4921-B736-2727AD6F639B}" dt="2024-12-01T00:24:29.016" v="7483" actId="20577"/>
          <ac:spMkLst>
            <pc:docMk/>
            <pc:sldMk cId="4187496321" sldId="931"/>
            <ac:spMk id="4" creationId="{F481BA65-4BA3-8684-7022-0738E19A2559}"/>
          </ac:spMkLst>
        </pc:spChg>
      </pc:sldChg>
      <pc:sldChg chg="addSp delSp modSp add mod">
        <pc:chgData name="José Albeiro Montes Gil" userId="867fdd7e-af85-49d0-9eaa-adef8cdd73b6" providerId="ADAL" clId="{130A3891-751B-4921-B736-2727AD6F639B}" dt="2024-12-01T00:28:28.594" v="7746" actId="20577"/>
        <pc:sldMkLst>
          <pc:docMk/>
          <pc:sldMk cId="3809791077" sldId="932"/>
        </pc:sldMkLst>
        <pc:spChg chg="add del">
          <ac:chgData name="José Albeiro Montes Gil" userId="867fdd7e-af85-49d0-9eaa-adef8cdd73b6" providerId="ADAL" clId="{130A3891-751B-4921-B736-2727AD6F639B}" dt="2024-12-01T00:25:40.771" v="7493" actId="21"/>
          <ac:spMkLst>
            <pc:docMk/>
            <pc:sldMk cId="3809791077" sldId="932"/>
            <ac:spMk id="3" creationId="{107749D9-F669-59C8-9C53-AEE46DD5CE94}"/>
          </ac:spMkLst>
        </pc:spChg>
        <pc:spChg chg="add del mod">
          <ac:chgData name="José Albeiro Montes Gil" userId="867fdd7e-af85-49d0-9eaa-adef8cdd73b6" providerId="ADAL" clId="{130A3891-751B-4921-B736-2727AD6F639B}" dt="2024-12-01T00:28:28.594" v="7746" actId="20577"/>
          <ac:spMkLst>
            <pc:docMk/>
            <pc:sldMk cId="3809791077" sldId="932"/>
            <ac:spMk id="4" creationId="{360A97B3-39FA-52A7-B198-7009258739BC}"/>
          </ac:spMkLst>
        </pc:spChg>
        <pc:spChg chg="add">
          <ac:chgData name="José Albeiro Montes Gil" userId="867fdd7e-af85-49d0-9eaa-adef8cdd73b6" providerId="ADAL" clId="{130A3891-751B-4921-B736-2727AD6F639B}" dt="2024-12-01T00:25:49.951" v="7497"/>
          <ac:spMkLst>
            <pc:docMk/>
            <pc:sldMk cId="3809791077" sldId="932"/>
            <ac:spMk id="6" creationId="{BB51D372-3414-AC60-2FA5-5E2D8F89D518}"/>
          </ac:spMkLst>
        </pc:spChg>
        <pc:picChg chg="add">
          <ac:chgData name="José Albeiro Montes Gil" userId="867fdd7e-af85-49d0-9eaa-adef8cdd73b6" providerId="ADAL" clId="{130A3891-751B-4921-B736-2727AD6F639B}" dt="2024-12-01T00:25:43.062" v="7494"/>
          <ac:picMkLst>
            <pc:docMk/>
            <pc:sldMk cId="3809791077" sldId="932"/>
            <ac:picMk id="5" creationId="{4E2861F5-2D43-1C0D-AB48-71ECAE7E4CED}"/>
          </ac:picMkLst>
        </pc:picChg>
      </pc:sldChg>
      <pc:sldChg chg="modSp add mod">
        <pc:chgData name="José Albeiro Montes Gil" userId="867fdd7e-af85-49d0-9eaa-adef8cdd73b6" providerId="ADAL" clId="{130A3891-751B-4921-B736-2727AD6F639B}" dt="2024-12-01T00:31:02.625" v="7902" actId="113"/>
        <pc:sldMkLst>
          <pc:docMk/>
          <pc:sldMk cId="185953531" sldId="933"/>
        </pc:sldMkLst>
        <pc:spChg chg="mod">
          <ac:chgData name="José Albeiro Montes Gil" userId="867fdd7e-af85-49d0-9eaa-adef8cdd73b6" providerId="ADAL" clId="{130A3891-751B-4921-B736-2727AD6F639B}" dt="2024-12-01T00:31:02.625" v="7902" actId="113"/>
          <ac:spMkLst>
            <pc:docMk/>
            <pc:sldMk cId="185953531" sldId="933"/>
            <ac:spMk id="4" creationId="{D6DD1AF3-62C7-85AE-2369-EB318744951F}"/>
          </ac:spMkLst>
        </pc:spChg>
      </pc:sldChg>
      <pc:sldChg chg="addSp modSp add mod">
        <pc:chgData name="José Albeiro Montes Gil" userId="867fdd7e-af85-49d0-9eaa-adef8cdd73b6" providerId="ADAL" clId="{130A3891-751B-4921-B736-2727AD6F639B}" dt="2024-12-01T00:35:37.680" v="7999" actId="20577"/>
        <pc:sldMkLst>
          <pc:docMk/>
          <pc:sldMk cId="1786751009" sldId="934"/>
        </pc:sldMkLst>
        <pc:spChg chg="add">
          <ac:chgData name="José Albeiro Montes Gil" userId="867fdd7e-af85-49d0-9eaa-adef8cdd73b6" providerId="ADAL" clId="{130A3891-751B-4921-B736-2727AD6F639B}" dt="2024-12-01T00:33:54.060" v="7954"/>
          <ac:spMkLst>
            <pc:docMk/>
            <pc:sldMk cId="1786751009" sldId="934"/>
            <ac:spMk id="3" creationId="{FBC4B557-AC54-62B1-3EBF-CFD787E51966}"/>
          </ac:spMkLst>
        </pc:spChg>
        <pc:spChg chg="mod">
          <ac:chgData name="José Albeiro Montes Gil" userId="867fdd7e-af85-49d0-9eaa-adef8cdd73b6" providerId="ADAL" clId="{130A3891-751B-4921-B736-2727AD6F639B}" dt="2024-12-01T00:35:37.680" v="7999" actId="20577"/>
          <ac:spMkLst>
            <pc:docMk/>
            <pc:sldMk cId="1786751009" sldId="934"/>
            <ac:spMk id="4" creationId="{5B767F98-7735-7609-3EEB-26EB68F8CD94}"/>
          </ac:spMkLst>
        </pc:spChg>
      </pc:sldChg>
      <pc:sldChg chg="modSp add mod">
        <pc:chgData name="José Albeiro Montes Gil" userId="867fdd7e-af85-49d0-9eaa-adef8cdd73b6" providerId="ADAL" clId="{130A3891-751B-4921-B736-2727AD6F639B}" dt="2024-12-01T00:38:52.139" v="8028" actId="113"/>
        <pc:sldMkLst>
          <pc:docMk/>
          <pc:sldMk cId="1888183278" sldId="935"/>
        </pc:sldMkLst>
        <pc:spChg chg="mod">
          <ac:chgData name="José Albeiro Montes Gil" userId="867fdd7e-af85-49d0-9eaa-adef8cdd73b6" providerId="ADAL" clId="{130A3891-751B-4921-B736-2727AD6F639B}" dt="2024-12-01T00:38:52.139" v="8028" actId="113"/>
          <ac:spMkLst>
            <pc:docMk/>
            <pc:sldMk cId="1888183278" sldId="935"/>
            <ac:spMk id="4" creationId="{D742B7C6-5B4A-A5DC-C9D4-F5A882912286}"/>
          </ac:spMkLst>
        </pc:spChg>
      </pc:sldChg>
      <pc:sldChg chg="addSp delSp modSp add mod ord">
        <pc:chgData name="José Albeiro Montes Gil" userId="867fdd7e-af85-49d0-9eaa-adef8cdd73b6" providerId="ADAL" clId="{130A3891-751B-4921-B736-2727AD6F639B}" dt="2024-12-01T00:48:01.304" v="8629" actId="20577"/>
        <pc:sldMkLst>
          <pc:docMk/>
          <pc:sldMk cId="1879418979" sldId="936"/>
        </pc:sldMkLst>
        <pc:spChg chg="add del">
          <ac:chgData name="José Albeiro Montes Gil" userId="867fdd7e-af85-49d0-9eaa-adef8cdd73b6" providerId="ADAL" clId="{130A3891-751B-4921-B736-2727AD6F639B}" dt="2024-12-01T00:40:36.806" v="8048" actId="21"/>
          <ac:spMkLst>
            <pc:docMk/>
            <pc:sldMk cId="1879418979" sldId="936"/>
            <ac:spMk id="3" creationId="{99B0E70B-57CE-6564-5FBA-2EEE0F48769D}"/>
          </ac:spMkLst>
        </pc:spChg>
        <pc:spChg chg="add del mod">
          <ac:chgData name="José Albeiro Montes Gil" userId="867fdd7e-af85-49d0-9eaa-adef8cdd73b6" providerId="ADAL" clId="{130A3891-751B-4921-B736-2727AD6F639B}" dt="2024-12-01T00:48:01.304" v="8629" actId="20577"/>
          <ac:spMkLst>
            <pc:docMk/>
            <pc:sldMk cId="1879418979" sldId="936"/>
            <ac:spMk id="4" creationId="{7DD9CF73-4560-DFB8-2332-105B5E786E5B}"/>
          </ac:spMkLst>
        </pc:spChg>
        <pc:spChg chg="add">
          <ac:chgData name="José Albeiro Montes Gil" userId="867fdd7e-af85-49d0-9eaa-adef8cdd73b6" providerId="ADAL" clId="{130A3891-751B-4921-B736-2727AD6F639B}" dt="2024-12-01T00:40:51.544" v="8053"/>
          <ac:spMkLst>
            <pc:docMk/>
            <pc:sldMk cId="1879418979" sldId="936"/>
            <ac:spMk id="8" creationId="{FB6DBC85-F851-7DBF-C692-D98496437CEA}"/>
          </ac:spMkLst>
        </pc:spChg>
        <pc:picChg chg="add">
          <ac:chgData name="José Albeiro Montes Gil" userId="867fdd7e-af85-49d0-9eaa-adef8cdd73b6" providerId="ADAL" clId="{130A3891-751B-4921-B736-2727AD6F639B}" dt="2024-12-01T00:40:41.164" v="8049"/>
          <ac:picMkLst>
            <pc:docMk/>
            <pc:sldMk cId="1879418979" sldId="936"/>
            <ac:picMk id="5" creationId="{6A1B23B3-F02E-B840-41A3-9687DD5B12E0}"/>
          </ac:picMkLst>
        </pc:picChg>
        <pc:picChg chg="add">
          <ac:chgData name="José Albeiro Montes Gil" userId="867fdd7e-af85-49d0-9eaa-adef8cdd73b6" providerId="ADAL" clId="{130A3891-751B-4921-B736-2727AD6F639B}" dt="2024-12-01T00:40:46.431" v="8051"/>
          <ac:picMkLst>
            <pc:docMk/>
            <pc:sldMk cId="1879418979" sldId="936"/>
            <ac:picMk id="6" creationId="{18F5D728-F6D6-0C0A-9A95-AB2EE0AC4EAF}"/>
          </ac:picMkLst>
        </pc:picChg>
      </pc:sldChg>
      <pc:sldChg chg="modSp add mod">
        <pc:chgData name="José Albeiro Montes Gil" userId="867fdd7e-af85-49d0-9eaa-adef8cdd73b6" providerId="ADAL" clId="{130A3891-751B-4921-B736-2727AD6F639B}" dt="2024-12-01T00:47:49.914" v="8628" actId="207"/>
        <pc:sldMkLst>
          <pc:docMk/>
          <pc:sldMk cId="885691346" sldId="937"/>
        </pc:sldMkLst>
        <pc:spChg chg="mod">
          <ac:chgData name="José Albeiro Montes Gil" userId="867fdd7e-af85-49d0-9eaa-adef8cdd73b6" providerId="ADAL" clId="{130A3891-751B-4921-B736-2727AD6F639B}" dt="2024-12-01T00:47:49.914" v="8628" actId="207"/>
          <ac:spMkLst>
            <pc:docMk/>
            <pc:sldMk cId="885691346" sldId="937"/>
            <ac:spMk id="4" creationId="{BF8BED70-0A5C-9108-10E0-F854F9CDD69F}"/>
          </ac:spMkLst>
        </pc:spChg>
      </pc:sldChg>
      <pc:sldChg chg="addSp modSp add mod">
        <pc:chgData name="José Albeiro Montes Gil" userId="867fdd7e-af85-49d0-9eaa-adef8cdd73b6" providerId="ADAL" clId="{130A3891-751B-4921-B736-2727AD6F639B}" dt="2024-12-01T00:48:50.715" v="8653"/>
        <pc:sldMkLst>
          <pc:docMk/>
          <pc:sldMk cId="2883203383" sldId="938"/>
        </pc:sldMkLst>
        <pc:spChg chg="add">
          <ac:chgData name="José Albeiro Montes Gil" userId="867fdd7e-af85-49d0-9eaa-adef8cdd73b6" providerId="ADAL" clId="{130A3891-751B-4921-B736-2727AD6F639B}" dt="2024-12-01T00:48:34.438" v="8646"/>
          <ac:spMkLst>
            <pc:docMk/>
            <pc:sldMk cId="2883203383" sldId="938"/>
            <ac:spMk id="3" creationId="{50472864-0F33-6276-B3C6-A53362496DB2}"/>
          </ac:spMkLst>
        </pc:spChg>
        <pc:spChg chg="mod">
          <ac:chgData name="José Albeiro Montes Gil" userId="867fdd7e-af85-49d0-9eaa-adef8cdd73b6" providerId="ADAL" clId="{130A3891-751B-4921-B736-2727AD6F639B}" dt="2024-12-01T00:48:50.715" v="8653"/>
          <ac:spMkLst>
            <pc:docMk/>
            <pc:sldMk cId="2883203383" sldId="938"/>
            <ac:spMk id="4" creationId="{07EB6266-0F0E-8E1E-50A2-A27169E56D8A}"/>
          </ac:spMkLst>
        </pc:spChg>
      </pc:sldChg>
      <pc:sldChg chg="modSp add mod">
        <pc:chgData name="José Albeiro Montes Gil" userId="867fdd7e-af85-49d0-9eaa-adef8cdd73b6" providerId="ADAL" clId="{130A3891-751B-4921-B736-2727AD6F639B}" dt="2024-12-01T00:57:06.867" v="8900" actId="20577"/>
        <pc:sldMkLst>
          <pc:docMk/>
          <pc:sldMk cId="718297473" sldId="939"/>
        </pc:sldMkLst>
        <pc:spChg chg="mod">
          <ac:chgData name="José Albeiro Montes Gil" userId="867fdd7e-af85-49d0-9eaa-adef8cdd73b6" providerId="ADAL" clId="{130A3891-751B-4921-B736-2727AD6F639B}" dt="2024-12-01T00:57:06.867" v="8900" actId="20577"/>
          <ac:spMkLst>
            <pc:docMk/>
            <pc:sldMk cId="718297473" sldId="939"/>
            <ac:spMk id="4" creationId="{4B51D3AE-F7A2-364A-244F-053082FD00B8}"/>
          </ac:spMkLst>
        </pc:spChg>
      </pc:sldChg>
      <pc:sldChg chg="modSp add mod">
        <pc:chgData name="José Albeiro Montes Gil" userId="867fdd7e-af85-49d0-9eaa-adef8cdd73b6" providerId="ADAL" clId="{130A3891-751B-4921-B736-2727AD6F639B}" dt="2024-12-01T00:57:47.950" v="8909" actId="20577"/>
        <pc:sldMkLst>
          <pc:docMk/>
          <pc:sldMk cId="3555076736" sldId="940"/>
        </pc:sldMkLst>
        <pc:spChg chg="mod">
          <ac:chgData name="José Albeiro Montes Gil" userId="867fdd7e-af85-49d0-9eaa-adef8cdd73b6" providerId="ADAL" clId="{130A3891-751B-4921-B736-2727AD6F639B}" dt="2024-12-01T00:57:47.950" v="8909" actId="20577"/>
          <ac:spMkLst>
            <pc:docMk/>
            <pc:sldMk cId="3555076736" sldId="940"/>
            <ac:spMk id="4" creationId="{AAEC4ED3-CBE2-D7B6-CB36-77E1EF98222E}"/>
          </ac:spMkLst>
        </pc:spChg>
      </pc:sldChg>
      <pc:sldChg chg="add del">
        <pc:chgData name="José Albeiro Montes Gil" userId="867fdd7e-af85-49d0-9eaa-adef8cdd73b6" providerId="ADAL" clId="{130A3891-751B-4921-B736-2727AD6F639B}" dt="2024-12-01T00:50:18.318" v="8671"/>
        <pc:sldMkLst>
          <pc:docMk/>
          <pc:sldMk cId="3925689578" sldId="940"/>
        </pc:sldMkLst>
      </pc:sldChg>
      <pc:sldChg chg="modSp add mod">
        <pc:chgData name="José Albeiro Montes Gil" userId="867fdd7e-af85-49d0-9eaa-adef8cdd73b6" providerId="ADAL" clId="{130A3891-751B-4921-B736-2727AD6F639B}" dt="2024-12-01T01:01:03.384" v="9023" actId="1076"/>
        <pc:sldMkLst>
          <pc:docMk/>
          <pc:sldMk cId="2596196189" sldId="941"/>
        </pc:sldMkLst>
        <pc:spChg chg="mod">
          <ac:chgData name="José Albeiro Montes Gil" userId="867fdd7e-af85-49d0-9eaa-adef8cdd73b6" providerId="ADAL" clId="{130A3891-751B-4921-B736-2727AD6F639B}" dt="2024-12-01T01:01:03.384" v="9023" actId="1076"/>
          <ac:spMkLst>
            <pc:docMk/>
            <pc:sldMk cId="2596196189" sldId="941"/>
            <ac:spMk id="4" creationId="{78508B2B-8CC5-98B4-71C9-8B5177AB235E}"/>
          </ac:spMkLst>
        </pc:spChg>
      </pc:sldChg>
      <pc:sldChg chg="addSp delSp modSp add mod">
        <pc:chgData name="José Albeiro Montes Gil" userId="867fdd7e-af85-49d0-9eaa-adef8cdd73b6" providerId="ADAL" clId="{130A3891-751B-4921-B736-2727AD6F639B}" dt="2024-12-02T11:44:44.282" v="9169"/>
        <pc:sldMkLst>
          <pc:docMk/>
          <pc:sldMk cId="502861220" sldId="942"/>
        </pc:sldMkLst>
        <pc:spChg chg="add del mod">
          <ac:chgData name="José Albeiro Montes Gil" userId="867fdd7e-af85-49d0-9eaa-adef8cdd73b6" providerId="ADAL" clId="{130A3891-751B-4921-B736-2727AD6F639B}" dt="2024-12-02T11:44:44.282" v="9169"/>
          <ac:spMkLst>
            <pc:docMk/>
            <pc:sldMk cId="502861220" sldId="942"/>
            <ac:spMk id="3" creationId="{F4269982-71EE-8ABB-7C1D-28DF1EA046BE}"/>
          </ac:spMkLst>
        </pc:spChg>
        <pc:spChg chg="mod">
          <ac:chgData name="José Albeiro Montes Gil" userId="867fdd7e-af85-49d0-9eaa-adef8cdd73b6" providerId="ADAL" clId="{130A3891-751B-4921-B736-2727AD6F639B}" dt="2024-12-01T01:04:27.515" v="9154" actId="255"/>
          <ac:spMkLst>
            <pc:docMk/>
            <pc:sldMk cId="502861220" sldId="942"/>
            <ac:spMk id="4" creationId="{79B5D640-02FA-3A16-6635-C4845C6A778B}"/>
          </ac:spMkLst>
        </pc:spChg>
        <pc:spChg chg="add mod">
          <ac:chgData name="José Albeiro Montes Gil" userId="867fdd7e-af85-49d0-9eaa-adef8cdd73b6" providerId="ADAL" clId="{130A3891-751B-4921-B736-2727AD6F639B}" dt="2024-12-01T01:04:43.430" v="9158" actId="113"/>
          <ac:spMkLst>
            <pc:docMk/>
            <pc:sldMk cId="502861220" sldId="942"/>
            <ac:spMk id="8" creationId="{C476BEA6-8496-10C1-D08F-03A2FDA6358A}"/>
          </ac:spMkLst>
        </pc:spChg>
        <pc:graphicFrameChg chg="add mod modGraphic">
          <ac:chgData name="José Albeiro Montes Gil" userId="867fdd7e-af85-49d0-9eaa-adef8cdd73b6" providerId="ADAL" clId="{130A3891-751B-4921-B736-2727AD6F639B}" dt="2024-12-01T01:05:38.372" v="9163" actId="2711"/>
          <ac:graphicFrameMkLst>
            <pc:docMk/>
            <pc:sldMk cId="502861220" sldId="942"/>
            <ac:graphicFrameMk id="6" creationId="{DA489FAF-C9D4-C238-10B3-FFB05DA66C2A}"/>
          </ac:graphicFrameMkLst>
        </pc:graphicFrameChg>
        <pc:picChg chg="del">
          <ac:chgData name="José Albeiro Montes Gil" userId="867fdd7e-af85-49d0-9eaa-adef8cdd73b6" providerId="ADAL" clId="{130A3891-751B-4921-B736-2727AD6F639B}" dt="2024-12-01T01:03:21.447" v="9052" actId="478"/>
          <ac:picMkLst>
            <pc:docMk/>
            <pc:sldMk cId="502861220" sldId="942"/>
            <ac:picMk id="5" creationId="{6A023008-97C7-AB49-3850-6C51CA2DB5B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6617186C-C9DB-4D96-A156-84BEBF243EB5}" type="datetimeFigureOut">
              <a:rPr lang="es-ES" smtClean="0"/>
              <a:pPr/>
              <a:t>02/12/2024</a:t>
            </a:fld>
            <a:endParaRPr lang="es-ES"/>
          </a:p>
        </p:txBody>
      </p:sp>
      <p:sp>
        <p:nvSpPr>
          <p:cNvPr id="4" name="3 Marcador de pie de página"/>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es-ES"/>
          </a:p>
        </p:txBody>
      </p:sp>
      <p:sp>
        <p:nvSpPr>
          <p:cNvPr id="5" name="4 Marcador de número de diapositiva"/>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9B8F5B0A-2865-4A91-8EED-15E9079BC2B8}" type="slidenum">
              <a:rPr lang="es-ES" smtClean="0"/>
              <a:pPr/>
              <a:t>‹Nº›</a:t>
            </a:fld>
            <a:endParaRPr lang="es-ES"/>
          </a:p>
        </p:txBody>
      </p:sp>
    </p:spTree>
    <p:extLst>
      <p:ext uri="{BB962C8B-B14F-4D97-AF65-F5344CB8AC3E}">
        <p14:creationId xmlns:p14="http://schemas.microsoft.com/office/powerpoint/2010/main" val="6284323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0" hangingPunct="0">
              <a:defRPr sz="1300">
                <a:latin typeface="Arial" charset="0"/>
                <a:cs typeface="Arial" charset="0"/>
              </a:defRPr>
            </a:lvl1pPr>
          </a:lstStyle>
          <a:p>
            <a:pPr>
              <a:defRPr/>
            </a:pPr>
            <a:endParaRPr lang="es-ES"/>
          </a:p>
        </p:txBody>
      </p:sp>
      <p:sp>
        <p:nvSpPr>
          <p:cNvPr id="27651" name="Rectangle 3"/>
          <p:cNvSpPr>
            <a:spLocks noGrp="1" noChangeArrowheads="1"/>
          </p:cNvSpPr>
          <p:nvPr>
            <p:ph type="dt"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0" hangingPunct="0">
              <a:defRPr sz="1300">
                <a:latin typeface="Arial" charset="0"/>
                <a:cs typeface="Arial" charset="0"/>
              </a:defRPr>
            </a:lvl1pPr>
          </a:lstStyle>
          <a:p>
            <a:pPr>
              <a:defRPr/>
            </a:pPr>
            <a:fld id="{0F8AD35D-7691-461B-BBBE-50E8606BE716}" type="datetimeFigureOut">
              <a:rPr lang="es-ES"/>
              <a:pPr>
                <a:defRPr/>
              </a:pPr>
              <a:t>02/12/2024</a:t>
            </a:fld>
            <a:endParaRPr lang="es-ES"/>
          </a:p>
        </p:txBody>
      </p:sp>
      <p:sp>
        <p:nvSpPr>
          <p:cNvPr id="19460"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709930" y="4861441"/>
            <a:ext cx="5679440" cy="4605576"/>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s-ES" noProof="0" dirty="0"/>
              <a:t>Haga clic para modificar el estilo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27654" name="Rectangle 6"/>
          <p:cNvSpPr>
            <a:spLocks noGrp="1" noChangeArrowheads="1"/>
          </p:cNvSpPr>
          <p:nvPr>
            <p:ph type="ftr" sz="quarter" idx="4"/>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0" hangingPunct="0">
              <a:defRPr sz="1300">
                <a:latin typeface="Arial" charset="0"/>
                <a:cs typeface="Arial" charset="0"/>
              </a:defRPr>
            </a:lvl1pPr>
          </a:lstStyle>
          <a:p>
            <a:pPr>
              <a:defRPr/>
            </a:pPr>
            <a:endParaRPr lang="es-ES"/>
          </a:p>
        </p:txBody>
      </p:sp>
      <p:sp>
        <p:nvSpPr>
          <p:cNvPr id="27655" name="Rectangle 7"/>
          <p:cNvSpPr>
            <a:spLocks noGrp="1" noChangeArrowheads="1"/>
          </p:cNvSpPr>
          <p:nvPr>
            <p:ph type="sldNum" sz="quarter" idx="5"/>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0" hangingPunct="0">
              <a:defRPr sz="1300">
                <a:latin typeface="Arial" charset="0"/>
                <a:cs typeface="Arial" charset="0"/>
              </a:defRPr>
            </a:lvl1pPr>
          </a:lstStyle>
          <a:p>
            <a:pPr>
              <a:defRPr/>
            </a:pPr>
            <a:fld id="{B0B13763-03A2-4D17-802C-7944A2FD1815}" type="slidenum">
              <a:rPr lang="es-ES"/>
              <a:pPr>
                <a:defRPr/>
              </a:pPr>
              <a:t>‹Nº›</a:t>
            </a:fld>
            <a:endParaRPr lang="es-ES"/>
          </a:p>
        </p:txBody>
      </p:sp>
    </p:spTree>
    <p:extLst>
      <p:ext uri="{BB962C8B-B14F-4D97-AF65-F5344CB8AC3E}">
        <p14:creationId xmlns:p14="http://schemas.microsoft.com/office/powerpoint/2010/main" val="12693914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4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4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4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4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139700" y="768350"/>
            <a:ext cx="6819900" cy="3836988"/>
          </a:xfrm>
        </p:spPr>
      </p:sp>
      <p:sp>
        <p:nvSpPr>
          <p:cNvPr id="3" name="2 Marcador de notas"/>
          <p:cNvSpPr>
            <a:spLocks noGrp="1"/>
          </p:cNvSpPr>
          <p:nvPr>
            <p:ph type="body" idx="1"/>
          </p:nvPr>
        </p:nvSpPr>
        <p:spPr/>
        <p:txBody>
          <a:bodyPr>
            <a:normAutofit/>
          </a:bodyPr>
          <a:lstStyle/>
          <a:p>
            <a:endParaRPr lang="es-ES" sz="1200" kern="1200" dirty="0">
              <a:solidFill>
                <a:schemeClr val="tx1"/>
              </a:solidFill>
              <a:latin typeface="Calibri" pitchFamily="34" charset="0"/>
              <a:ea typeface="+mn-ea"/>
              <a:cs typeface="+mn-cs"/>
            </a:endParaRPr>
          </a:p>
        </p:txBody>
      </p:sp>
      <p:sp>
        <p:nvSpPr>
          <p:cNvPr id="4" name="3 Marcador de número de diapositiva"/>
          <p:cNvSpPr>
            <a:spLocks noGrp="1"/>
          </p:cNvSpPr>
          <p:nvPr>
            <p:ph type="sldNum" sz="quarter" idx="10"/>
          </p:nvPr>
        </p:nvSpPr>
        <p:spPr/>
        <p:txBody>
          <a:bodyPr/>
          <a:lstStyle/>
          <a:p>
            <a:pPr>
              <a:defRPr/>
            </a:pPr>
            <a:fld id="{B0B13763-03A2-4D17-802C-7944A2FD1815}" type="slidenum">
              <a:rPr lang="es-ES" smtClean="0"/>
              <a:pPr>
                <a:defRPr/>
              </a:pPr>
              <a:t>1</a:t>
            </a:fld>
            <a:endParaRPr lang="es-ES" dirty="0"/>
          </a:p>
        </p:txBody>
      </p:sp>
    </p:spTree>
    <p:extLst>
      <p:ext uri="{BB962C8B-B14F-4D97-AF65-F5344CB8AC3E}">
        <p14:creationId xmlns:p14="http://schemas.microsoft.com/office/powerpoint/2010/main" val="1233497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9700" y="768350"/>
            <a:ext cx="6819900" cy="3836988"/>
          </a:xfrm>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pPr>
              <a:defRPr/>
            </a:pPr>
            <a:fld id="{B0B13763-03A2-4D17-802C-7944A2FD1815}" type="slidenum">
              <a:rPr lang="es-ES" smtClean="0"/>
              <a:pPr>
                <a:defRPr/>
              </a:pPr>
              <a:t>2</a:t>
            </a:fld>
            <a:endParaRPr lang="es-ES" dirty="0"/>
          </a:p>
        </p:txBody>
      </p:sp>
    </p:spTree>
    <p:extLst>
      <p:ext uri="{BB962C8B-B14F-4D97-AF65-F5344CB8AC3E}">
        <p14:creationId xmlns:p14="http://schemas.microsoft.com/office/powerpoint/2010/main" val="306866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9C794-689D-6B5F-71FD-F7419135E4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A210C2-B351-A232-A864-7CCC25B0D811}"/>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D21A746-68D5-B50D-0AFF-B7174FC775E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270BA6A-EF18-1E27-C86E-09ABF345FD5D}"/>
              </a:ext>
            </a:extLst>
          </p:cNvPr>
          <p:cNvSpPr>
            <a:spLocks noGrp="1"/>
          </p:cNvSpPr>
          <p:nvPr>
            <p:ph type="sldNum" sz="quarter" idx="10"/>
          </p:nvPr>
        </p:nvSpPr>
        <p:spPr/>
        <p:txBody>
          <a:bodyPr/>
          <a:lstStyle/>
          <a:p>
            <a:pPr>
              <a:defRPr/>
            </a:pPr>
            <a:fld id="{B0B13763-03A2-4D17-802C-7944A2FD1815}" type="slidenum">
              <a:rPr lang="es-ES" smtClean="0"/>
              <a:pPr>
                <a:defRPr/>
              </a:pPr>
              <a:t>3</a:t>
            </a:fld>
            <a:endParaRPr lang="es-ES" dirty="0"/>
          </a:p>
        </p:txBody>
      </p:sp>
    </p:spTree>
    <p:extLst>
      <p:ext uri="{BB962C8B-B14F-4D97-AF65-F5344CB8AC3E}">
        <p14:creationId xmlns:p14="http://schemas.microsoft.com/office/powerpoint/2010/main" val="3751249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85563-9C31-A171-5749-8AD2895315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A237DB-A1ED-1AF8-42A4-B8F2C7E07465}"/>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14DCA8D2-ACAC-AE52-9E2A-29CA7812594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8E64BB0-B361-FFD4-FD53-D7D8CBFD8E58}"/>
              </a:ext>
            </a:extLst>
          </p:cNvPr>
          <p:cNvSpPr>
            <a:spLocks noGrp="1"/>
          </p:cNvSpPr>
          <p:nvPr>
            <p:ph type="sldNum" sz="quarter" idx="10"/>
          </p:nvPr>
        </p:nvSpPr>
        <p:spPr/>
        <p:txBody>
          <a:bodyPr/>
          <a:lstStyle/>
          <a:p>
            <a:pPr>
              <a:defRPr/>
            </a:pPr>
            <a:fld id="{B0B13763-03A2-4D17-802C-7944A2FD1815}" type="slidenum">
              <a:rPr lang="es-ES" smtClean="0"/>
              <a:pPr>
                <a:defRPr/>
              </a:pPr>
              <a:t>4</a:t>
            </a:fld>
            <a:endParaRPr lang="es-ES" dirty="0"/>
          </a:p>
        </p:txBody>
      </p:sp>
    </p:spTree>
    <p:extLst>
      <p:ext uri="{BB962C8B-B14F-4D97-AF65-F5344CB8AC3E}">
        <p14:creationId xmlns:p14="http://schemas.microsoft.com/office/powerpoint/2010/main" val="1572194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997C-A944-D8DA-46F2-8849867622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5914E6-BA91-4D7B-E784-118AAB1A2B8E}"/>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3A12645-697B-C1FD-54B1-55C79360BC8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7C02BA7-C04B-1ABE-F7C4-9CF432006217}"/>
              </a:ext>
            </a:extLst>
          </p:cNvPr>
          <p:cNvSpPr>
            <a:spLocks noGrp="1"/>
          </p:cNvSpPr>
          <p:nvPr>
            <p:ph type="sldNum" sz="quarter" idx="10"/>
          </p:nvPr>
        </p:nvSpPr>
        <p:spPr/>
        <p:txBody>
          <a:bodyPr/>
          <a:lstStyle/>
          <a:p>
            <a:pPr>
              <a:defRPr/>
            </a:pPr>
            <a:fld id="{B0B13763-03A2-4D17-802C-7944A2FD1815}" type="slidenum">
              <a:rPr lang="es-ES" smtClean="0"/>
              <a:pPr>
                <a:defRPr/>
              </a:pPr>
              <a:t>5</a:t>
            </a:fld>
            <a:endParaRPr lang="es-ES" dirty="0"/>
          </a:p>
        </p:txBody>
      </p:sp>
    </p:spTree>
    <p:extLst>
      <p:ext uri="{BB962C8B-B14F-4D97-AF65-F5344CB8AC3E}">
        <p14:creationId xmlns:p14="http://schemas.microsoft.com/office/powerpoint/2010/main" val="1826032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A9842-A7A2-1FF8-C570-21B2F51D5E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265ACF-455C-038F-E866-664E458603DD}"/>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86D38F0-F3A8-7B81-7D01-AE38E6A0A98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8CC52EA-2924-EE90-391F-8E65126CB64B}"/>
              </a:ext>
            </a:extLst>
          </p:cNvPr>
          <p:cNvSpPr>
            <a:spLocks noGrp="1"/>
          </p:cNvSpPr>
          <p:nvPr>
            <p:ph type="sldNum" sz="quarter" idx="10"/>
          </p:nvPr>
        </p:nvSpPr>
        <p:spPr/>
        <p:txBody>
          <a:bodyPr/>
          <a:lstStyle/>
          <a:p>
            <a:pPr>
              <a:defRPr/>
            </a:pPr>
            <a:fld id="{B0B13763-03A2-4D17-802C-7944A2FD1815}" type="slidenum">
              <a:rPr lang="es-ES" smtClean="0"/>
              <a:pPr>
                <a:defRPr/>
              </a:pPr>
              <a:t>6</a:t>
            </a:fld>
            <a:endParaRPr lang="es-ES" dirty="0"/>
          </a:p>
        </p:txBody>
      </p:sp>
    </p:spTree>
    <p:extLst>
      <p:ext uri="{BB962C8B-B14F-4D97-AF65-F5344CB8AC3E}">
        <p14:creationId xmlns:p14="http://schemas.microsoft.com/office/powerpoint/2010/main" val="3257833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45BDD-F91C-24D5-6FE5-44968113D3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964308-1971-1F8E-3A30-303DA2DF0F4F}"/>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BFE0F3F-1562-0162-BB60-FBC58EF7FF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275561A-52B0-AE89-AC8C-5E501997E5C1}"/>
              </a:ext>
            </a:extLst>
          </p:cNvPr>
          <p:cNvSpPr>
            <a:spLocks noGrp="1"/>
          </p:cNvSpPr>
          <p:nvPr>
            <p:ph type="sldNum" sz="quarter" idx="10"/>
          </p:nvPr>
        </p:nvSpPr>
        <p:spPr/>
        <p:txBody>
          <a:bodyPr/>
          <a:lstStyle/>
          <a:p>
            <a:pPr>
              <a:defRPr/>
            </a:pPr>
            <a:fld id="{B0B13763-03A2-4D17-802C-7944A2FD1815}" type="slidenum">
              <a:rPr lang="es-ES" smtClean="0"/>
              <a:pPr>
                <a:defRPr/>
              </a:pPr>
              <a:t>7</a:t>
            </a:fld>
            <a:endParaRPr lang="es-ES" dirty="0"/>
          </a:p>
        </p:txBody>
      </p:sp>
    </p:spTree>
    <p:extLst>
      <p:ext uri="{BB962C8B-B14F-4D97-AF65-F5344CB8AC3E}">
        <p14:creationId xmlns:p14="http://schemas.microsoft.com/office/powerpoint/2010/main" val="1985917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381D9-1E9E-B72E-E024-B2D5053BF3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1DF201-CDFC-8F21-A71D-BD80D39772B1}"/>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A31FDFA-6B8F-C58F-B1DB-B961DC339D4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65E8315-65EB-7D48-BBA3-B291D65DF5E1}"/>
              </a:ext>
            </a:extLst>
          </p:cNvPr>
          <p:cNvSpPr>
            <a:spLocks noGrp="1"/>
          </p:cNvSpPr>
          <p:nvPr>
            <p:ph type="sldNum" sz="quarter" idx="10"/>
          </p:nvPr>
        </p:nvSpPr>
        <p:spPr/>
        <p:txBody>
          <a:bodyPr/>
          <a:lstStyle/>
          <a:p>
            <a:pPr>
              <a:defRPr/>
            </a:pPr>
            <a:fld id="{B0B13763-03A2-4D17-802C-7944A2FD1815}" type="slidenum">
              <a:rPr lang="es-ES" smtClean="0"/>
              <a:pPr>
                <a:defRPr/>
              </a:pPr>
              <a:t>8</a:t>
            </a:fld>
            <a:endParaRPr lang="es-ES" dirty="0"/>
          </a:p>
        </p:txBody>
      </p:sp>
    </p:spTree>
    <p:extLst>
      <p:ext uri="{BB962C8B-B14F-4D97-AF65-F5344CB8AC3E}">
        <p14:creationId xmlns:p14="http://schemas.microsoft.com/office/powerpoint/2010/main" val="198843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66828-FB48-E2E0-0937-0B1037D5C8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2FA42C-8F3C-7862-D5D1-48B8C5ECCEA3}"/>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12AC2D27-33AA-8012-23C7-24BCD216CEF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8449F53-D30C-AF13-3A05-5FDB8C5921A6}"/>
              </a:ext>
            </a:extLst>
          </p:cNvPr>
          <p:cNvSpPr>
            <a:spLocks noGrp="1"/>
          </p:cNvSpPr>
          <p:nvPr>
            <p:ph type="sldNum" sz="quarter" idx="10"/>
          </p:nvPr>
        </p:nvSpPr>
        <p:spPr/>
        <p:txBody>
          <a:bodyPr/>
          <a:lstStyle/>
          <a:p>
            <a:pPr>
              <a:defRPr/>
            </a:pPr>
            <a:fld id="{B0B13763-03A2-4D17-802C-7944A2FD1815}" type="slidenum">
              <a:rPr lang="es-ES" smtClean="0"/>
              <a:pPr>
                <a:defRPr/>
              </a:pPr>
              <a:t>9</a:t>
            </a:fld>
            <a:endParaRPr lang="es-ES" dirty="0"/>
          </a:p>
        </p:txBody>
      </p:sp>
    </p:spTree>
    <p:extLst>
      <p:ext uri="{BB962C8B-B14F-4D97-AF65-F5344CB8AC3E}">
        <p14:creationId xmlns:p14="http://schemas.microsoft.com/office/powerpoint/2010/main" val="4149860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6C48-4220-51C3-5C45-BCC3BF038F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BE89A7-F713-C6F4-A0D2-3AD64343C2E1}"/>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48F831E-1AE0-D740-2C43-049BFFD01BD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46E1058-1302-3A11-F889-D1B6A1AF8DF2}"/>
              </a:ext>
            </a:extLst>
          </p:cNvPr>
          <p:cNvSpPr>
            <a:spLocks noGrp="1"/>
          </p:cNvSpPr>
          <p:nvPr>
            <p:ph type="sldNum" sz="quarter" idx="10"/>
          </p:nvPr>
        </p:nvSpPr>
        <p:spPr/>
        <p:txBody>
          <a:bodyPr/>
          <a:lstStyle/>
          <a:p>
            <a:pPr>
              <a:defRPr/>
            </a:pPr>
            <a:fld id="{B0B13763-03A2-4D17-802C-7944A2FD1815}" type="slidenum">
              <a:rPr lang="es-ES" smtClean="0"/>
              <a:pPr>
                <a:defRPr/>
              </a:pPr>
              <a:t>10</a:t>
            </a:fld>
            <a:endParaRPr lang="es-ES" dirty="0"/>
          </a:p>
        </p:txBody>
      </p:sp>
    </p:spTree>
    <p:extLst>
      <p:ext uri="{BB962C8B-B14F-4D97-AF65-F5344CB8AC3E}">
        <p14:creationId xmlns:p14="http://schemas.microsoft.com/office/powerpoint/2010/main" val="967840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7B50D-2FB4-E3A6-A880-90CB344C7F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94A939-6359-FB74-18FF-AD7F62FAABDD}"/>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FADC49DA-6C51-E001-79AB-4058D8799F4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134B76A-5C4D-1208-6F2B-89B02441F66D}"/>
              </a:ext>
            </a:extLst>
          </p:cNvPr>
          <p:cNvSpPr>
            <a:spLocks noGrp="1"/>
          </p:cNvSpPr>
          <p:nvPr>
            <p:ph type="sldNum" sz="quarter" idx="10"/>
          </p:nvPr>
        </p:nvSpPr>
        <p:spPr/>
        <p:txBody>
          <a:bodyPr/>
          <a:lstStyle/>
          <a:p>
            <a:pPr>
              <a:defRPr/>
            </a:pPr>
            <a:fld id="{B0B13763-03A2-4D17-802C-7944A2FD1815}" type="slidenum">
              <a:rPr lang="es-ES" smtClean="0"/>
              <a:pPr>
                <a:defRPr/>
              </a:pPr>
              <a:t>11</a:t>
            </a:fld>
            <a:endParaRPr lang="es-ES" dirty="0"/>
          </a:p>
        </p:txBody>
      </p:sp>
    </p:spTree>
    <p:extLst>
      <p:ext uri="{BB962C8B-B14F-4D97-AF65-F5344CB8AC3E}">
        <p14:creationId xmlns:p14="http://schemas.microsoft.com/office/powerpoint/2010/main" val="176518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C290A-CAD3-86C2-64DF-7F423367B0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5942E2-D566-A82A-B1C0-ACB4BB73001B}"/>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35C5270F-930B-A100-8546-EFA06207FBE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3B3273B-DEC3-5E7C-DA15-97526FFE72B7}"/>
              </a:ext>
            </a:extLst>
          </p:cNvPr>
          <p:cNvSpPr>
            <a:spLocks noGrp="1"/>
          </p:cNvSpPr>
          <p:nvPr>
            <p:ph type="sldNum" sz="quarter" idx="10"/>
          </p:nvPr>
        </p:nvSpPr>
        <p:spPr/>
        <p:txBody>
          <a:bodyPr/>
          <a:lstStyle/>
          <a:p>
            <a:pPr>
              <a:defRPr/>
            </a:pPr>
            <a:fld id="{B0B13763-03A2-4D17-802C-7944A2FD1815}" type="slidenum">
              <a:rPr lang="es-ES" smtClean="0"/>
              <a:pPr>
                <a:defRPr/>
              </a:pPr>
              <a:t>12</a:t>
            </a:fld>
            <a:endParaRPr lang="es-ES" dirty="0"/>
          </a:p>
        </p:txBody>
      </p:sp>
    </p:spTree>
    <p:extLst>
      <p:ext uri="{BB962C8B-B14F-4D97-AF65-F5344CB8AC3E}">
        <p14:creationId xmlns:p14="http://schemas.microsoft.com/office/powerpoint/2010/main" val="488544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E534-48A7-659B-06FF-8A00597797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A7C8CF-0B4F-407E-F46D-8FDA354B5C7C}"/>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25DB6E6-EEBC-0EAF-BB8F-2D81603A921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1629175-D991-059F-E0D4-587631D42BF0}"/>
              </a:ext>
            </a:extLst>
          </p:cNvPr>
          <p:cNvSpPr>
            <a:spLocks noGrp="1"/>
          </p:cNvSpPr>
          <p:nvPr>
            <p:ph type="sldNum" sz="quarter" idx="10"/>
          </p:nvPr>
        </p:nvSpPr>
        <p:spPr/>
        <p:txBody>
          <a:bodyPr/>
          <a:lstStyle/>
          <a:p>
            <a:pPr>
              <a:defRPr/>
            </a:pPr>
            <a:fld id="{B0B13763-03A2-4D17-802C-7944A2FD1815}" type="slidenum">
              <a:rPr lang="es-ES" smtClean="0"/>
              <a:pPr>
                <a:defRPr/>
              </a:pPr>
              <a:t>13</a:t>
            </a:fld>
            <a:endParaRPr lang="es-ES" dirty="0"/>
          </a:p>
        </p:txBody>
      </p:sp>
    </p:spTree>
    <p:extLst>
      <p:ext uri="{BB962C8B-B14F-4D97-AF65-F5344CB8AC3E}">
        <p14:creationId xmlns:p14="http://schemas.microsoft.com/office/powerpoint/2010/main" val="3602658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5F6FE-1B7F-9927-80B2-47AB5CEDD6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646463-C3D6-7685-E2E9-77308B5FEFBC}"/>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73743A6-A757-B878-BDEF-070A0E4083F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42B9909-BCB2-BC05-80C0-900CD8656C08}"/>
              </a:ext>
            </a:extLst>
          </p:cNvPr>
          <p:cNvSpPr>
            <a:spLocks noGrp="1"/>
          </p:cNvSpPr>
          <p:nvPr>
            <p:ph type="sldNum" sz="quarter" idx="10"/>
          </p:nvPr>
        </p:nvSpPr>
        <p:spPr/>
        <p:txBody>
          <a:bodyPr/>
          <a:lstStyle/>
          <a:p>
            <a:pPr>
              <a:defRPr/>
            </a:pPr>
            <a:fld id="{B0B13763-03A2-4D17-802C-7944A2FD1815}" type="slidenum">
              <a:rPr lang="es-ES" smtClean="0"/>
              <a:pPr>
                <a:defRPr/>
              </a:pPr>
              <a:t>14</a:t>
            </a:fld>
            <a:endParaRPr lang="es-ES" dirty="0"/>
          </a:p>
        </p:txBody>
      </p:sp>
    </p:spTree>
    <p:extLst>
      <p:ext uri="{BB962C8B-B14F-4D97-AF65-F5344CB8AC3E}">
        <p14:creationId xmlns:p14="http://schemas.microsoft.com/office/powerpoint/2010/main" val="4049653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06269-8977-D92E-6442-EDE40C6558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E8B132-7894-0442-2C92-A01D208F63E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8BFC21D4-0934-A693-B1ED-38C52BC30F5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2E2F928-B6CB-2BF1-9FE8-D234D5A7935B}"/>
              </a:ext>
            </a:extLst>
          </p:cNvPr>
          <p:cNvSpPr>
            <a:spLocks noGrp="1"/>
          </p:cNvSpPr>
          <p:nvPr>
            <p:ph type="sldNum" sz="quarter" idx="10"/>
          </p:nvPr>
        </p:nvSpPr>
        <p:spPr/>
        <p:txBody>
          <a:bodyPr/>
          <a:lstStyle/>
          <a:p>
            <a:pPr>
              <a:defRPr/>
            </a:pPr>
            <a:fld id="{B0B13763-03A2-4D17-802C-7944A2FD1815}" type="slidenum">
              <a:rPr lang="es-ES" smtClean="0"/>
              <a:pPr>
                <a:defRPr/>
              </a:pPr>
              <a:t>15</a:t>
            </a:fld>
            <a:endParaRPr lang="es-ES" dirty="0"/>
          </a:p>
        </p:txBody>
      </p:sp>
    </p:spTree>
    <p:extLst>
      <p:ext uri="{BB962C8B-B14F-4D97-AF65-F5344CB8AC3E}">
        <p14:creationId xmlns:p14="http://schemas.microsoft.com/office/powerpoint/2010/main" val="2607430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24CE-CAB7-8219-5A00-F3E2032A70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6D2E4-3C4E-372C-CC80-C9F3BA94C38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CC9E09BA-2607-8360-BA5D-29E6F236BF6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F3D9EA8-DD5C-C336-6C07-597CD664F5A2}"/>
              </a:ext>
            </a:extLst>
          </p:cNvPr>
          <p:cNvSpPr>
            <a:spLocks noGrp="1"/>
          </p:cNvSpPr>
          <p:nvPr>
            <p:ph type="sldNum" sz="quarter" idx="10"/>
          </p:nvPr>
        </p:nvSpPr>
        <p:spPr/>
        <p:txBody>
          <a:bodyPr/>
          <a:lstStyle/>
          <a:p>
            <a:pPr>
              <a:defRPr/>
            </a:pPr>
            <a:fld id="{B0B13763-03A2-4D17-802C-7944A2FD1815}" type="slidenum">
              <a:rPr lang="es-ES" smtClean="0"/>
              <a:pPr>
                <a:defRPr/>
              </a:pPr>
              <a:t>16</a:t>
            </a:fld>
            <a:endParaRPr lang="es-ES" dirty="0"/>
          </a:p>
        </p:txBody>
      </p:sp>
    </p:spTree>
    <p:extLst>
      <p:ext uri="{BB962C8B-B14F-4D97-AF65-F5344CB8AC3E}">
        <p14:creationId xmlns:p14="http://schemas.microsoft.com/office/powerpoint/2010/main" val="7405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1513E-C8B0-9245-BA39-D7948437CB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B05A5D-9A43-2C31-85CE-13F8F1A3A83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777A25C-D0C9-F188-ED75-0E026A1E175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15C27B7-3644-20F3-C64F-C26DD48D7750}"/>
              </a:ext>
            </a:extLst>
          </p:cNvPr>
          <p:cNvSpPr>
            <a:spLocks noGrp="1"/>
          </p:cNvSpPr>
          <p:nvPr>
            <p:ph type="sldNum" sz="quarter" idx="10"/>
          </p:nvPr>
        </p:nvSpPr>
        <p:spPr/>
        <p:txBody>
          <a:bodyPr/>
          <a:lstStyle/>
          <a:p>
            <a:pPr>
              <a:defRPr/>
            </a:pPr>
            <a:fld id="{B0B13763-03A2-4D17-802C-7944A2FD1815}" type="slidenum">
              <a:rPr lang="es-ES" smtClean="0"/>
              <a:pPr>
                <a:defRPr/>
              </a:pPr>
              <a:t>17</a:t>
            </a:fld>
            <a:endParaRPr lang="es-ES" dirty="0"/>
          </a:p>
        </p:txBody>
      </p:sp>
    </p:spTree>
    <p:extLst>
      <p:ext uri="{BB962C8B-B14F-4D97-AF65-F5344CB8AC3E}">
        <p14:creationId xmlns:p14="http://schemas.microsoft.com/office/powerpoint/2010/main" val="1151631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213B3-9F2C-286A-38E5-4564E7700D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4A781E-8F8C-8D6C-95C0-90BEDC1DB2FB}"/>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1AC14309-0BFC-4F00-B40A-050C4353BDF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ECF7C36-6986-3971-E0FA-40093D92A0DC}"/>
              </a:ext>
            </a:extLst>
          </p:cNvPr>
          <p:cNvSpPr>
            <a:spLocks noGrp="1"/>
          </p:cNvSpPr>
          <p:nvPr>
            <p:ph type="sldNum" sz="quarter" idx="10"/>
          </p:nvPr>
        </p:nvSpPr>
        <p:spPr/>
        <p:txBody>
          <a:bodyPr/>
          <a:lstStyle/>
          <a:p>
            <a:pPr>
              <a:defRPr/>
            </a:pPr>
            <a:fld id="{B0B13763-03A2-4D17-802C-7944A2FD1815}" type="slidenum">
              <a:rPr lang="es-ES" smtClean="0"/>
              <a:pPr>
                <a:defRPr/>
              </a:pPr>
              <a:t>18</a:t>
            </a:fld>
            <a:endParaRPr lang="es-ES" dirty="0"/>
          </a:p>
        </p:txBody>
      </p:sp>
    </p:spTree>
    <p:extLst>
      <p:ext uri="{BB962C8B-B14F-4D97-AF65-F5344CB8AC3E}">
        <p14:creationId xmlns:p14="http://schemas.microsoft.com/office/powerpoint/2010/main" val="1879608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CB108-CCB0-35C5-ED22-5DFE345F6155}"/>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FE779AA7-045F-8412-9A63-8E736378790E}"/>
              </a:ext>
            </a:extLst>
          </p:cNvPr>
          <p:cNvSpPr>
            <a:spLocks noGrp="1" noRot="1" noChangeAspect="1"/>
          </p:cNvSpPr>
          <p:nvPr>
            <p:ph type="sldImg"/>
          </p:nvPr>
        </p:nvSpPr>
        <p:spPr>
          <a:xfrm>
            <a:off x="139700" y="768350"/>
            <a:ext cx="6819900" cy="3836988"/>
          </a:xfrm>
        </p:spPr>
      </p:sp>
      <p:sp>
        <p:nvSpPr>
          <p:cNvPr id="3" name="2 Marcador de notas">
            <a:extLst>
              <a:ext uri="{FF2B5EF4-FFF2-40B4-BE49-F238E27FC236}">
                <a16:creationId xmlns:a16="http://schemas.microsoft.com/office/drawing/2014/main" id="{44A07091-AD97-CDC8-94E5-6DBA4357F438}"/>
              </a:ext>
            </a:extLst>
          </p:cNvPr>
          <p:cNvSpPr>
            <a:spLocks noGrp="1"/>
          </p:cNvSpPr>
          <p:nvPr>
            <p:ph type="body" idx="1"/>
          </p:nvPr>
        </p:nvSpPr>
        <p:spPr/>
        <p:txBody>
          <a:bodyPr>
            <a:normAutofit/>
          </a:bodyPr>
          <a:lstStyle/>
          <a:p>
            <a:endParaRPr lang="es-ES" sz="1200" kern="1200" dirty="0">
              <a:solidFill>
                <a:schemeClr val="tx1"/>
              </a:solidFill>
              <a:latin typeface="Calibri" pitchFamily="34" charset="0"/>
              <a:ea typeface="+mn-ea"/>
              <a:cs typeface="+mn-cs"/>
            </a:endParaRPr>
          </a:p>
        </p:txBody>
      </p:sp>
      <p:sp>
        <p:nvSpPr>
          <p:cNvPr id="4" name="3 Marcador de número de diapositiva">
            <a:extLst>
              <a:ext uri="{FF2B5EF4-FFF2-40B4-BE49-F238E27FC236}">
                <a16:creationId xmlns:a16="http://schemas.microsoft.com/office/drawing/2014/main" id="{48169042-BE31-585C-F63B-352F99DF8CE9}"/>
              </a:ext>
            </a:extLst>
          </p:cNvPr>
          <p:cNvSpPr>
            <a:spLocks noGrp="1"/>
          </p:cNvSpPr>
          <p:nvPr>
            <p:ph type="sldNum" sz="quarter" idx="10"/>
          </p:nvPr>
        </p:nvSpPr>
        <p:spPr/>
        <p:txBody>
          <a:bodyPr/>
          <a:lstStyle/>
          <a:p>
            <a:pPr>
              <a:defRPr/>
            </a:pPr>
            <a:fld id="{B0B13763-03A2-4D17-802C-7944A2FD1815}" type="slidenum">
              <a:rPr lang="es-ES" smtClean="0"/>
              <a:pPr>
                <a:defRPr/>
              </a:pPr>
              <a:t>19</a:t>
            </a:fld>
            <a:endParaRPr lang="es-ES" dirty="0"/>
          </a:p>
        </p:txBody>
      </p:sp>
    </p:spTree>
    <p:extLst>
      <p:ext uri="{BB962C8B-B14F-4D97-AF65-F5344CB8AC3E}">
        <p14:creationId xmlns:p14="http://schemas.microsoft.com/office/powerpoint/2010/main" val="2038845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0112-8619-366C-D51C-3F966B34FE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BD8839-03B2-8B5B-80E0-F07FC3B6ACDF}"/>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F6D1CF1-0BFD-0E1B-7946-738C14AA88B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A71ECE0-2F33-AF4B-C6A1-9A6C3A9ADBAF}"/>
              </a:ext>
            </a:extLst>
          </p:cNvPr>
          <p:cNvSpPr>
            <a:spLocks noGrp="1"/>
          </p:cNvSpPr>
          <p:nvPr>
            <p:ph type="sldNum" sz="quarter" idx="10"/>
          </p:nvPr>
        </p:nvSpPr>
        <p:spPr/>
        <p:txBody>
          <a:bodyPr/>
          <a:lstStyle/>
          <a:p>
            <a:pPr>
              <a:defRPr/>
            </a:pPr>
            <a:fld id="{B0B13763-03A2-4D17-802C-7944A2FD1815}" type="slidenum">
              <a:rPr lang="es-ES" smtClean="0"/>
              <a:pPr>
                <a:defRPr/>
              </a:pPr>
              <a:t>20</a:t>
            </a:fld>
            <a:endParaRPr lang="es-ES" dirty="0"/>
          </a:p>
        </p:txBody>
      </p:sp>
    </p:spTree>
    <p:extLst>
      <p:ext uri="{BB962C8B-B14F-4D97-AF65-F5344CB8AC3E}">
        <p14:creationId xmlns:p14="http://schemas.microsoft.com/office/powerpoint/2010/main" val="2625028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5562-5FF9-80BB-6D3C-C809DE9A71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8303C3-8AB6-E50B-731A-2569FD9CA1E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8947111-B8A2-9AAF-4AC5-E118F119446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0D42234-E226-C0F3-297C-294312F7D93D}"/>
              </a:ext>
            </a:extLst>
          </p:cNvPr>
          <p:cNvSpPr>
            <a:spLocks noGrp="1"/>
          </p:cNvSpPr>
          <p:nvPr>
            <p:ph type="sldNum" sz="quarter" idx="10"/>
          </p:nvPr>
        </p:nvSpPr>
        <p:spPr/>
        <p:txBody>
          <a:bodyPr/>
          <a:lstStyle/>
          <a:p>
            <a:pPr>
              <a:defRPr/>
            </a:pPr>
            <a:fld id="{B0B13763-03A2-4D17-802C-7944A2FD1815}" type="slidenum">
              <a:rPr lang="es-ES" smtClean="0"/>
              <a:pPr>
                <a:defRPr/>
              </a:pPr>
              <a:t>21</a:t>
            </a:fld>
            <a:endParaRPr lang="es-ES" dirty="0"/>
          </a:p>
        </p:txBody>
      </p:sp>
    </p:spTree>
    <p:extLst>
      <p:ext uri="{BB962C8B-B14F-4D97-AF65-F5344CB8AC3E}">
        <p14:creationId xmlns:p14="http://schemas.microsoft.com/office/powerpoint/2010/main" val="30481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9E14D-D0D9-97BD-6152-B354F1BCC6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D36586-38BC-449C-E410-B53A6A6818F7}"/>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FBDB8938-5CF6-BD63-6B29-8178ACC5C85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29DA9DD-10F0-9E08-FF52-1CABCA113C57}"/>
              </a:ext>
            </a:extLst>
          </p:cNvPr>
          <p:cNvSpPr>
            <a:spLocks noGrp="1"/>
          </p:cNvSpPr>
          <p:nvPr>
            <p:ph type="sldNum" sz="quarter" idx="10"/>
          </p:nvPr>
        </p:nvSpPr>
        <p:spPr/>
        <p:txBody>
          <a:bodyPr/>
          <a:lstStyle/>
          <a:p>
            <a:pPr>
              <a:defRPr/>
            </a:pPr>
            <a:fld id="{B0B13763-03A2-4D17-802C-7944A2FD1815}" type="slidenum">
              <a:rPr lang="es-ES" smtClean="0"/>
              <a:pPr>
                <a:defRPr/>
              </a:pPr>
              <a:t>22</a:t>
            </a:fld>
            <a:endParaRPr lang="es-ES" dirty="0"/>
          </a:p>
        </p:txBody>
      </p:sp>
    </p:spTree>
    <p:extLst>
      <p:ext uri="{BB962C8B-B14F-4D97-AF65-F5344CB8AC3E}">
        <p14:creationId xmlns:p14="http://schemas.microsoft.com/office/powerpoint/2010/main" val="1777820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B9813-9E3F-51FB-37BE-36E293098B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18E199-639B-83DF-078A-D909B8143EBF}"/>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A845263-2DE3-5D13-E113-17DC69024B9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8FA396E-3936-5DA7-C057-06D2EB9FB3F1}"/>
              </a:ext>
            </a:extLst>
          </p:cNvPr>
          <p:cNvSpPr>
            <a:spLocks noGrp="1"/>
          </p:cNvSpPr>
          <p:nvPr>
            <p:ph type="sldNum" sz="quarter" idx="10"/>
          </p:nvPr>
        </p:nvSpPr>
        <p:spPr/>
        <p:txBody>
          <a:bodyPr/>
          <a:lstStyle/>
          <a:p>
            <a:pPr>
              <a:defRPr/>
            </a:pPr>
            <a:fld id="{B0B13763-03A2-4D17-802C-7944A2FD1815}" type="slidenum">
              <a:rPr lang="es-ES" smtClean="0"/>
              <a:pPr>
                <a:defRPr/>
              </a:pPr>
              <a:t>23</a:t>
            </a:fld>
            <a:endParaRPr lang="es-ES" dirty="0"/>
          </a:p>
        </p:txBody>
      </p:sp>
    </p:spTree>
    <p:extLst>
      <p:ext uri="{BB962C8B-B14F-4D97-AF65-F5344CB8AC3E}">
        <p14:creationId xmlns:p14="http://schemas.microsoft.com/office/powerpoint/2010/main" val="7269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70E7-3071-9B54-BA54-0ED9725120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5F350B-8494-E2E6-08F8-4C4FE7D7396E}"/>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8652B036-1367-9F14-5FAA-8D92F44DDCA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FE3B1A1-81BC-DF19-3525-C955E83E1AD5}"/>
              </a:ext>
            </a:extLst>
          </p:cNvPr>
          <p:cNvSpPr>
            <a:spLocks noGrp="1"/>
          </p:cNvSpPr>
          <p:nvPr>
            <p:ph type="sldNum" sz="quarter" idx="10"/>
          </p:nvPr>
        </p:nvSpPr>
        <p:spPr/>
        <p:txBody>
          <a:bodyPr/>
          <a:lstStyle/>
          <a:p>
            <a:pPr>
              <a:defRPr/>
            </a:pPr>
            <a:fld id="{B0B13763-03A2-4D17-802C-7944A2FD1815}" type="slidenum">
              <a:rPr lang="es-ES" smtClean="0"/>
              <a:pPr>
                <a:defRPr/>
              </a:pPr>
              <a:t>24</a:t>
            </a:fld>
            <a:endParaRPr lang="es-ES" dirty="0"/>
          </a:p>
        </p:txBody>
      </p:sp>
    </p:spTree>
    <p:extLst>
      <p:ext uri="{BB962C8B-B14F-4D97-AF65-F5344CB8AC3E}">
        <p14:creationId xmlns:p14="http://schemas.microsoft.com/office/powerpoint/2010/main" val="26004696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5C118-01BC-A845-7A27-882EA7C9DD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F6C6D9-ABB0-A620-AC2A-0897D0925B71}"/>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7A1439DB-9577-4D83-E812-0D44233E723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5866E75-BE37-95BB-D3E7-6F9A7F7FCE70}"/>
              </a:ext>
            </a:extLst>
          </p:cNvPr>
          <p:cNvSpPr>
            <a:spLocks noGrp="1"/>
          </p:cNvSpPr>
          <p:nvPr>
            <p:ph type="sldNum" sz="quarter" idx="10"/>
          </p:nvPr>
        </p:nvSpPr>
        <p:spPr/>
        <p:txBody>
          <a:bodyPr/>
          <a:lstStyle/>
          <a:p>
            <a:pPr>
              <a:defRPr/>
            </a:pPr>
            <a:fld id="{B0B13763-03A2-4D17-802C-7944A2FD1815}" type="slidenum">
              <a:rPr lang="es-ES" smtClean="0"/>
              <a:pPr>
                <a:defRPr/>
              </a:pPr>
              <a:t>25</a:t>
            </a:fld>
            <a:endParaRPr lang="es-ES" dirty="0"/>
          </a:p>
        </p:txBody>
      </p:sp>
    </p:spTree>
    <p:extLst>
      <p:ext uri="{BB962C8B-B14F-4D97-AF65-F5344CB8AC3E}">
        <p14:creationId xmlns:p14="http://schemas.microsoft.com/office/powerpoint/2010/main" val="3541892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DE548-E883-A102-7048-F39BAFD1A3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E42A16-E194-9D97-96BD-DCDB0F96D2D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FB1D8D2-8727-8B0B-D492-16953A69364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FBA6968-4DE1-D6A8-08F6-DAA342589123}"/>
              </a:ext>
            </a:extLst>
          </p:cNvPr>
          <p:cNvSpPr>
            <a:spLocks noGrp="1"/>
          </p:cNvSpPr>
          <p:nvPr>
            <p:ph type="sldNum" sz="quarter" idx="10"/>
          </p:nvPr>
        </p:nvSpPr>
        <p:spPr/>
        <p:txBody>
          <a:bodyPr/>
          <a:lstStyle/>
          <a:p>
            <a:pPr>
              <a:defRPr/>
            </a:pPr>
            <a:fld id="{B0B13763-03A2-4D17-802C-7944A2FD1815}" type="slidenum">
              <a:rPr lang="es-ES" smtClean="0"/>
              <a:pPr>
                <a:defRPr/>
              </a:pPr>
              <a:t>26</a:t>
            </a:fld>
            <a:endParaRPr lang="es-ES" dirty="0"/>
          </a:p>
        </p:txBody>
      </p:sp>
    </p:spTree>
    <p:extLst>
      <p:ext uri="{BB962C8B-B14F-4D97-AF65-F5344CB8AC3E}">
        <p14:creationId xmlns:p14="http://schemas.microsoft.com/office/powerpoint/2010/main" val="2613266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AF557-5C8D-313E-7134-61B1572A1E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B5270A-4BB5-8570-72CF-574BFA70D29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70D02179-9B0D-5E97-743F-051F29DB23B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F63C8DF-1040-3FEF-C0AC-DEE99A1002A2}"/>
              </a:ext>
            </a:extLst>
          </p:cNvPr>
          <p:cNvSpPr>
            <a:spLocks noGrp="1"/>
          </p:cNvSpPr>
          <p:nvPr>
            <p:ph type="sldNum" sz="quarter" idx="10"/>
          </p:nvPr>
        </p:nvSpPr>
        <p:spPr/>
        <p:txBody>
          <a:bodyPr/>
          <a:lstStyle/>
          <a:p>
            <a:pPr>
              <a:defRPr/>
            </a:pPr>
            <a:fld id="{B0B13763-03A2-4D17-802C-7944A2FD1815}" type="slidenum">
              <a:rPr lang="es-ES" smtClean="0"/>
              <a:pPr>
                <a:defRPr/>
              </a:pPr>
              <a:t>27</a:t>
            </a:fld>
            <a:endParaRPr lang="es-ES" dirty="0"/>
          </a:p>
        </p:txBody>
      </p:sp>
    </p:spTree>
    <p:extLst>
      <p:ext uri="{BB962C8B-B14F-4D97-AF65-F5344CB8AC3E}">
        <p14:creationId xmlns:p14="http://schemas.microsoft.com/office/powerpoint/2010/main" val="1884679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22F80-5D32-83F1-F3E3-099175E1B2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C21476-41B2-25C4-175F-E796BD7991C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2B44801F-AF33-50B6-DA7A-031B719FFE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043FE5E-9492-1D30-AAA6-7CDCA937A4AB}"/>
              </a:ext>
            </a:extLst>
          </p:cNvPr>
          <p:cNvSpPr>
            <a:spLocks noGrp="1"/>
          </p:cNvSpPr>
          <p:nvPr>
            <p:ph type="sldNum" sz="quarter" idx="10"/>
          </p:nvPr>
        </p:nvSpPr>
        <p:spPr/>
        <p:txBody>
          <a:bodyPr/>
          <a:lstStyle/>
          <a:p>
            <a:pPr>
              <a:defRPr/>
            </a:pPr>
            <a:fld id="{B0B13763-03A2-4D17-802C-7944A2FD1815}" type="slidenum">
              <a:rPr lang="es-ES" smtClean="0"/>
              <a:pPr>
                <a:defRPr/>
              </a:pPr>
              <a:t>28</a:t>
            </a:fld>
            <a:endParaRPr lang="es-ES" dirty="0"/>
          </a:p>
        </p:txBody>
      </p:sp>
    </p:spTree>
    <p:extLst>
      <p:ext uri="{BB962C8B-B14F-4D97-AF65-F5344CB8AC3E}">
        <p14:creationId xmlns:p14="http://schemas.microsoft.com/office/powerpoint/2010/main" val="3183112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A491E-384C-1E8D-948D-49DDC27F6D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C05C6F-D837-4B47-6C71-83A3179174A3}"/>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C20F408-9081-64F7-5968-BD4DF1F1F08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ED11FE8-121A-EB8D-3084-6BB09F70A25C}"/>
              </a:ext>
            </a:extLst>
          </p:cNvPr>
          <p:cNvSpPr>
            <a:spLocks noGrp="1"/>
          </p:cNvSpPr>
          <p:nvPr>
            <p:ph type="sldNum" sz="quarter" idx="10"/>
          </p:nvPr>
        </p:nvSpPr>
        <p:spPr/>
        <p:txBody>
          <a:bodyPr/>
          <a:lstStyle/>
          <a:p>
            <a:pPr>
              <a:defRPr/>
            </a:pPr>
            <a:fld id="{B0B13763-03A2-4D17-802C-7944A2FD1815}" type="slidenum">
              <a:rPr lang="es-ES" smtClean="0"/>
              <a:pPr>
                <a:defRPr/>
              </a:pPr>
              <a:t>29</a:t>
            </a:fld>
            <a:endParaRPr lang="es-ES" dirty="0"/>
          </a:p>
        </p:txBody>
      </p:sp>
    </p:spTree>
    <p:extLst>
      <p:ext uri="{BB962C8B-B14F-4D97-AF65-F5344CB8AC3E}">
        <p14:creationId xmlns:p14="http://schemas.microsoft.com/office/powerpoint/2010/main" val="3306084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3E07-5DC2-2F7A-9522-907CE1F0A5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B65C6B-AF27-5516-3CB0-8C3C66050AF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8539994-7BE7-8AAE-E44F-108F2CE703B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5935F0E-FDB4-7307-931E-7C1FC123D1F9}"/>
              </a:ext>
            </a:extLst>
          </p:cNvPr>
          <p:cNvSpPr>
            <a:spLocks noGrp="1"/>
          </p:cNvSpPr>
          <p:nvPr>
            <p:ph type="sldNum" sz="quarter" idx="10"/>
          </p:nvPr>
        </p:nvSpPr>
        <p:spPr/>
        <p:txBody>
          <a:bodyPr/>
          <a:lstStyle/>
          <a:p>
            <a:pPr>
              <a:defRPr/>
            </a:pPr>
            <a:fld id="{B0B13763-03A2-4D17-802C-7944A2FD1815}" type="slidenum">
              <a:rPr lang="es-ES" smtClean="0"/>
              <a:pPr>
                <a:defRPr/>
              </a:pPr>
              <a:t>30</a:t>
            </a:fld>
            <a:endParaRPr lang="es-ES" dirty="0"/>
          </a:p>
        </p:txBody>
      </p:sp>
    </p:spTree>
    <p:extLst>
      <p:ext uri="{BB962C8B-B14F-4D97-AF65-F5344CB8AC3E}">
        <p14:creationId xmlns:p14="http://schemas.microsoft.com/office/powerpoint/2010/main" val="3132924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19A09-37B7-BEDA-AA93-BE3A4E668A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DB6303-C32B-0AF3-F596-35EFCB314FF5}"/>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09C7F783-47A1-D7FF-606A-5BAB582885B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8C10C89-0E98-68E3-80A0-DCE7F7BABDF4}"/>
              </a:ext>
            </a:extLst>
          </p:cNvPr>
          <p:cNvSpPr>
            <a:spLocks noGrp="1"/>
          </p:cNvSpPr>
          <p:nvPr>
            <p:ph type="sldNum" sz="quarter" idx="10"/>
          </p:nvPr>
        </p:nvSpPr>
        <p:spPr/>
        <p:txBody>
          <a:bodyPr/>
          <a:lstStyle/>
          <a:p>
            <a:pPr>
              <a:defRPr/>
            </a:pPr>
            <a:fld id="{B0B13763-03A2-4D17-802C-7944A2FD1815}" type="slidenum">
              <a:rPr lang="es-ES" smtClean="0"/>
              <a:pPr>
                <a:defRPr/>
              </a:pPr>
              <a:t>31</a:t>
            </a:fld>
            <a:endParaRPr lang="es-ES" dirty="0"/>
          </a:p>
        </p:txBody>
      </p:sp>
    </p:spTree>
    <p:extLst>
      <p:ext uri="{BB962C8B-B14F-4D97-AF65-F5344CB8AC3E}">
        <p14:creationId xmlns:p14="http://schemas.microsoft.com/office/powerpoint/2010/main" val="25032225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782CF-104A-4BF6-F102-31F83F4BF3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1A40FF-FE46-59EC-0313-4D657962B1BD}"/>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203AC242-719A-B8C0-CCD5-9E358DA8F4F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D83CEC0-9A9E-5786-F051-3D8547A47A45}"/>
              </a:ext>
            </a:extLst>
          </p:cNvPr>
          <p:cNvSpPr>
            <a:spLocks noGrp="1"/>
          </p:cNvSpPr>
          <p:nvPr>
            <p:ph type="sldNum" sz="quarter" idx="10"/>
          </p:nvPr>
        </p:nvSpPr>
        <p:spPr/>
        <p:txBody>
          <a:bodyPr/>
          <a:lstStyle/>
          <a:p>
            <a:pPr>
              <a:defRPr/>
            </a:pPr>
            <a:fld id="{B0B13763-03A2-4D17-802C-7944A2FD1815}" type="slidenum">
              <a:rPr lang="es-ES" smtClean="0"/>
              <a:pPr>
                <a:defRPr/>
              </a:pPr>
              <a:t>32</a:t>
            </a:fld>
            <a:endParaRPr lang="es-ES" dirty="0"/>
          </a:p>
        </p:txBody>
      </p:sp>
    </p:spTree>
    <p:extLst>
      <p:ext uri="{BB962C8B-B14F-4D97-AF65-F5344CB8AC3E}">
        <p14:creationId xmlns:p14="http://schemas.microsoft.com/office/powerpoint/2010/main" val="18503423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AEC34-B8AD-E51A-6E32-B77957BF45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06C7F0-3F02-A762-31F2-DCD154E8CED2}"/>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3C0B5D2D-3CB4-8021-9967-F8E99934064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E66F0AF-10C8-7C17-C860-5E9015DEB207}"/>
              </a:ext>
            </a:extLst>
          </p:cNvPr>
          <p:cNvSpPr>
            <a:spLocks noGrp="1"/>
          </p:cNvSpPr>
          <p:nvPr>
            <p:ph type="sldNum" sz="quarter" idx="10"/>
          </p:nvPr>
        </p:nvSpPr>
        <p:spPr/>
        <p:txBody>
          <a:bodyPr/>
          <a:lstStyle/>
          <a:p>
            <a:pPr>
              <a:defRPr/>
            </a:pPr>
            <a:fld id="{B0B13763-03A2-4D17-802C-7944A2FD1815}" type="slidenum">
              <a:rPr lang="es-ES" smtClean="0"/>
              <a:pPr>
                <a:defRPr/>
              </a:pPr>
              <a:t>33</a:t>
            </a:fld>
            <a:endParaRPr lang="es-ES" dirty="0"/>
          </a:p>
        </p:txBody>
      </p:sp>
    </p:spTree>
    <p:extLst>
      <p:ext uri="{BB962C8B-B14F-4D97-AF65-F5344CB8AC3E}">
        <p14:creationId xmlns:p14="http://schemas.microsoft.com/office/powerpoint/2010/main" val="13018257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5AF2-AA62-CB19-FCD3-F878CE39AB2F}"/>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14A3480A-1C5F-C08B-E291-366868860742}"/>
              </a:ext>
            </a:extLst>
          </p:cNvPr>
          <p:cNvSpPr>
            <a:spLocks noGrp="1" noRot="1" noChangeAspect="1"/>
          </p:cNvSpPr>
          <p:nvPr>
            <p:ph type="sldImg"/>
          </p:nvPr>
        </p:nvSpPr>
        <p:spPr>
          <a:xfrm>
            <a:off x="139700" y="768350"/>
            <a:ext cx="6819900" cy="3836988"/>
          </a:xfrm>
        </p:spPr>
      </p:sp>
      <p:sp>
        <p:nvSpPr>
          <p:cNvPr id="3" name="2 Marcador de notas">
            <a:extLst>
              <a:ext uri="{FF2B5EF4-FFF2-40B4-BE49-F238E27FC236}">
                <a16:creationId xmlns:a16="http://schemas.microsoft.com/office/drawing/2014/main" id="{BD8AC37F-C81A-638A-639C-23818EF91BBF}"/>
              </a:ext>
            </a:extLst>
          </p:cNvPr>
          <p:cNvSpPr>
            <a:spLocks noGrp="1"/>
          </p:cNvSpPr>
          <p:nvPr>
            <p:ph type="body" idx="1"/>
          </p:nvPr>
        </p:nvSpPr>
        <p:spPr/>
        <p:txBody>
          <a:bodyPr>
            <a:normAutofit/>
          </a:bodyPr>
          <a:lstStyle/>
          <a:p>
            <a:endParaRPr lang="es-ES" sz="1200" kern="1200" dirty="0">
              <a:solidFill>
                <a:schemeClr val="tx1"/>
              </a:solidFill>
              <a:latin typeface="Calibri" pitchFamily="34" charset="0"/>
              <a:ea typeface="+mn-ea"/>
              <a:cs typeface="+mn-cs"/>
            </a:endParaRPr>
          </a:p>
        </p:txBody>
      </p:sp>
      <p:sp>
        <p:nvSpPr>
          <p:cNvPr id="4" name="3 Marcador de número de diapositiva">
            <a:extLst>
              <a:ext uri="{FF2B5EF4-FFF2-40B4-BE49-F238E27FC236}">
                <a16:creationId xmlns:a16="http://schemas.microsoft.com/office/drawing/2014/main" id="{6ACDFF84-827D-A539-48D5-B6338AEE5FA0}"/>
              </a:ext>
            </a:extLst>
          </p:cNvPr>
          <p:cNvSpPr>
            <a:spLocks noGrp="1"/>
          </p:cNvSpPr>
          <p:nvPr>
            <p:ph type="sldNum" sz="quarter" idx="10"/>
          </p:nvPr>
        </p:nvSpPr>
        <p:spPr/>
        <p:txBody>
          <a:bodyPr/>
          <a:lstStyle/>
          <a:p>
            <a:pPr>
              <a:defRPr/>
            </a:pPr>
            <a:fld id="{B0B13763-03A2-4D17-802C-7944A2FD1815}" type="slidenum">
              <a:rPr lang="es-ES" smtClean="0"/>
              <a:pPr>
                <a:defRPr/>
              </a:pPr>
              <a:t>34</a:t>
            </a:fld>
            <a:endParaRPr lang="es-ES" dirty="0"/>
          </a:p>
        </p:txBody>
      </p:sp>
    </p:spTree>
    <p:extLst>
      <p:ext uri="{BB962C8B-B14F-4D97-AF65-F5344CB8AC3E}">
        <p14:creationId xmlns:p14="http://schemas.microsoft.com/office/powerpoint/2010/main" val="39968389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0B3C0-64AB-AB32-8A85-12496F66C9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107CA7-498C-F755-FF9A-3FED434B6C17}"/>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737AEEF2-82AE-289A-F424-CA0F88F1783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D6F8230-1737-B597-AAEC-6359F93FB795}"/>
              </a:ext>
            </a:extLst>
          </p:cNvPr>
          <p:cNvSpPr>
            <a:spLocks noGrp="1"/>
          </p:cNvSpPr>
          <p:nvPr>
            <p:ph type="sldNum" sz="quarter" idx="10"/>
          </p:nvPr>
        </p:nvSpPr>
        <p:spPr/>
        <p:txBody>
          <a:bodyPr/>
          <a:lstStyle/>
          <a:p>
            <a:pPr>
              <a:defRPr/>
            </a:pPr>
            <a:fld id="{B0B13763-03A2-4D17-802C-7944A2FD1815}" type="slidenum">
              <a:rPr lang="es-ES" smtClean="0"/>
              <a:pPr>
                <a:defRPr/>
              </a:pPr>
              <a:t>35</a:t>
            </a:fld>
            <a:endParaRPr lang="es-ES" dirty="0"/>
          </a:p>
        </p:txBody>
      </p:sp>
    </p:spTree>
    <p:extLst>
      <p:ext uri="{BB962C8B-B14F-4D97-AF65-F5344CB8AC3E}">
        <p14:creationId xmlns:p14="http://schemas.microsoft.com/office/powerpoint/2010/main" val="7310642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0ED5-E857-45C0-F9E7-E336D41B9C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6ACC5D-009B-0E3C-3CEC-6E7E0FB92840}"/>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990C732-AD13-79B4-99BB-139893A6C79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0516622-DDBC-4207-5E19-6B098ABE0B34}"/>
              </a:ext>
            </a:extLst>
          </p:cNvPr>
          <p:cNvSpPr>
            <a:spLocks noGrp="1"/>
          </p:cNvSpPr>
          <p:nvPr>
            <p:ph type="sldNum" sz="quarter" idx="10"/>
          </p:nvPr>
        </p:nvSpPr>
        <p:spPr/>
        <p:txBody>
          <a:bodyPr/>
          <a:lstStyle/>
          <a:p>
            <a:pPr>
              <a:defRPr/>
            </a:pPr>
            <a:fld id="{B0B13763-03A2-4D17-802C-7944A2FD1815}" type="slidenum">
              <a:rPr lang="es-ES" smtClean="0"/>
              <a:pPr>
                <a:defRPr/>
              </a:pPr>
              <a:t>36</a:t>
            </a:fld>
            <a:endParaRPr lang="es-ES" dirty="0"/>
          </a:p>
        </p:txBody>
      </p:sp>
    </p:spTree>
    <p:extLst>
      <p:ext uri="{BB962C8B-B14F-4D97-AF65-F5344CB8AC3E}">
        <p14:creationId xmlns:p14="http://schemas.microsoft.com/office/powerpoint/2010/main" val="42150307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5E3FD-F745-3A1C-0904-4D523A182A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E6A6DE-3F06-E948-AA21-7F06D441993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9F62E65-781A-467B-6A82-7F1A38BB242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8C0D682-8D8A-BAD5-7358-69A33ED4141D}"/>
              </a:ext>
            </a:extLst>
          </p:cNvPr>
          <p:cNvSpPr>
            <a:spLocks noGrp="1"/>
          </p:cNvSpPr>
          <p:nvPr>
            <p:ph type="sldNum" sz="quarter" idx="10"/>
          </p:nvPr>
        </p:nvSpPr>
        <p:spPr/>
        <p:txBody>
          <a:bodyPr/>
          <a:lstStyle/>
          <a:p>
            <a:pPr>
              <a:defRPr/>
            </a:pPr>
            <a:fld id="{B0B13763-03A2-4D17-802C-7944A2FD1815}" type="slidenum">
              <a:rPr lang="es-ES" smtClean="0"/>
              <a:pPr>
                <a:defRPr/>
              </a:pPr>
              <a:t>37</a:t>
            </a:fld>
            <a:endParaRPr lang="es-ES" dirty="0"/>
          </a:p>
        </p:txBody>
      </p:sp>
    </p:spTree>
    <p:extLst>
      <p:ext uri="{BB962C8B-B14F-4D97-AF65-F5344CB8AC3E}">
        <p14:creationId xmlns:p14="http://schemas.microsoft.com/office/powerpoint/2010/main" val="612654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7F22F-8B5A-137D-37E7-C275E29128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09AB83-991A-5881-F1C0-6A8A436773F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7A27601-E36B-7D2B-DA77-054CCA115FF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8A12248-5BCB-5AD5-C42D-9E442EFA8D68}"/>
              </a:ext>
            </a:extLst>
          </p:cNvPr>
          <p:cNvSpPr>
            <a:spLocks noGrp="1"/>
          </p:cNvSpPr>
          <p:nvPr>
            <p:ph type="sldNum" sz="quarter" idx="10"/>
          </p:nvPr>
        </p:nvSpPr>
        <p:spPr/>
        <p:txBody>
          <a:bodyPr/>
          <a:lstStyle/>
          <a:p>
            <a:pPr>
              <a:defRPr/>
            </a:pPr>
            <a:fld id="{B0B13763-03A2-4D17-802C-7944A2FD1815}" type="slidenum">
              <a:rPr lang="es-ES" smtClean="0"/>
              <a:pPr>
                <a:defRPr/>
              </a:pPr>
              <a:t>38</a:t>
            </a:fld>
            <a:endParaRPr lang="es-ES" dirty="0"/>
          </a:p>
        </p:txBody>
      </p:sp>
    </p:spTree>
    <p:extLst>
      <p:ext uri="{BB962C8B-B14F-4D97-AF65-F5344CB8AC3E}">
        <p14:creationId xmlns:p14="http://schemas.microsoft.com/office/powerpoint/2010/main" val="10014177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A9424-3261-C885-12A6-47BCB2F674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3F9897-A7A8-6B4D-06B1-C6CA9DDA377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6A913A9-5F86-7CEB-66CB-2A531D370F3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54FC8FE-5847-9E50-F1D2-C9859E5FEA91}"/>
              </a:ext>
            </a:extLst>
          </p:cNvPr>
          <p:cNvSpPr>
            <a:spLocks noGrp="1"/>
          </p:cNvSpPr>
          <p:nvPr>
            <p:ph type="sldNum" sz="quarter" idx="10"/>
          </p:nvPr>
        </p:nvSpPr>
        <p:spPr/>
        <p:txBody>
          <a:bodyPr/>
          <a:lstStyle/>
          <a:p>
            <a:pPr>
              <a:defRPr/>
            </a:pPr>
            <a:fld id="{B0B13763-03A2-4D17-802C-7944A2FD1815}" type="slidenum">
              <a:rPr lang="es-ES" smtClean="0"/>
              <a:pPr>
                <a:defRPr/>
              </a:pPr>
              <a:t>39</a:t>
            </a:fld>
            <a:endParaRPr lang="es-ES" dirty="0"/>
          </a:p>
        </p:txBody>
      </p:sp>
    </p:spTree>
    <p:extLst>
      <p:ext uri="{BB962C8B-B14F-4D97-AF65-F5344CB8AC3E}">
        <p14:creationId xmlns:p14="http://schemas.microsoft.com/office/powerpoint/2010/main" val="12023506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294D-933F-6072-4B42-D4D2AC107C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21290F-993A-CE10-99C6-47FFB5B5FFF0}"/>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41446C5-1412-C6B4-5176-28EAAC145C1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59BE7FC-FD33-59E6-E2F8-26D636E2D8EC}"/>
              </a:ext>
            </a:extLst>
          </p:cNvPr>
          <p:cNvSpPr>
            <a:spLocks noGrp="1"/>
          </p:cNvSpPr>
          <p:nvPr>
            <p:ph type="sldNum" sz="quarter" idx="10"/>
          </p:nvPr>
        </p:nvSpPr>
        <p:spPr/>
        <p:txBody>
          <a:bodyPr/>
          <a:lstStyle/>
          <a:p>
            <a:pPr>
              <a:defRPr/>
            </a:pPr>
            <a:fld id="{B0B13763-03A2-4D17-802C-7944A2FD1815}" type="slidenum">
              <a:rPr lang="es-ES" smtClean="0"/>
              <a:pPr>
                <a:defRPr/>
              </a:pPr>
              <a:t>40</a:t>
            </a:fld>
            <a:endParaRPr lang="es-ES" dirty="0"/>
          </a:p>
        </p:txBody>
      </p:sp>
    </p:spTree>
    <p:extLst>
      <p:ext uri="{BB962C8B-B14F-4D97-AF65-F5344CB8AC3E}">
        <p14:creationId xmlns:p14="http://schemas.microsoft.com/office/powerpoint/2010/main" val="4108275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59AD2-8BF3-7F4F-20DC-36173F565D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BA3E95-6678-231F-4E0A-0CF5F9F317C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E86E9A6F-467C-E7C1-F553-6D26BB24AAC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8939727-5A60-A667-1580-4380A4720716}"/>
              </a:ext>
            </a:extLst>
          </p:cNvPr>
          <p:cNvSpPr>
            <a:spLocks noGrp="1"/>
          </p:cNvSpPr>
          <p:nvPr>
            <p:ph type="sldNum" sz="quarter" idx="10"/>
          </p:nvPr>
        </p:nvSpPr>
        <p:spPr/>
        <p:txBody>
          <a:bodyPr/>
          <a:lstStyle/>
          <a:p>
            <a:pPr>
              <a:defRPr/>
            </a:pPr>
            <a:fld id="{B0B13763-03A2-4D17-802C-7944A2FD1815}" type="slidenum">
              <a:rPr lang="es-ES" smtClean="0"/>
              <a:pPr>
                <a:defRPr/>
              </a:pPr>
              <a:t>41</a:t>
            </a:fld>
            <a:endParaRPr lang="es-ES" dirty="0"/>
          </a:p>
        </p:txBody>
      </p:sp>
    </p:spTree>
    <p:extLst>
      <p:ext uri="{BB962C8B-B14F-4D97-AF65-F5344CB8AC3E}">
        <p14:creationId xmlns:p14="http://schemas.microsoft.com/office/powerpoint/2010/main" val="30165896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2431F-6369-76BA-A955-92C489BB10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5AC5F5-6E84-8F95-6F8F-2BD1C5A71860}"/>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670AE90-1DEE-0BB9-239F-B146F336807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DF53C25-4237-0173-9948-3E80EE1D0286}"/>
              </a:ext>
            </a:extLst>
          </p:cNvPr>
          <p:cNvSpPr>
            <a:spLocks noGrp="1"/>
          </p:cNvSpPr>
          <p:nvPr>
            <p:ph type="sldNum" sz="quarter" idx="10"/>
          </p:nvPr>
        </p:nvSpPr>
        <p:spPr/>
        <p:txBody>
          <a:bodyPr/>
          <a:lstStyle/>
          <a:p>
            <a:pPr>
              <a:defRPr/>
            </a:pPr>
            <a:fld id="{B0B13763-03A2-4D17-802C-7944A2FD1815}" type="slidenum">
              <a:rPr lang="es-ES" smtClean="0"/>
              <a:pPr>
                <a:defRPr/>
              </a:pPr>
              <a:t>42</a:t>
            </a:fld>
            <a:endParaRPr lang="es-ES" dirty="0"/>
          </a:p>
        </p:txBody>
      </p:sp>
    </p:spTree>
    <p:extLst>
      <p:ext uri="{BB962C8B-B14F-4D97-AF65-F5344CB8AC3E}">
        <p14:creationId xmlns:p14="http://schemas.microsoft.com/office/powerpoint/2010/main" val="37122509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8C64-8AB9-7D8C-9050-0A06B35980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76161F-EF6F-160B-74CF-8EE87D5A008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2450AE14-215B-5265-F83C-68606FF8C46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808F445-9F50-4691-4E1A-C8F47F67B9BE}"/>
              </a:ext>
            </a:extLst>
          </p:cNvPr>
          <p:cNvSpPr>
            <a:spLocks noGrp="1"/>
          </p:cNvSpPr>
          <p:nvPr>
            <p:ph type="sldNum" sz="quarter" idx="10"/>
          </p:nvPr>
        </p:nvSpPr>
        <p:spPr/>
        <p:txBody>
          <a:bodyPr/>
          <a:lstStyle/>
          <a:p>
            <a:pPr>
              <a:defRPr/>
            </a:pPr>
            <a:fld id="{B0B13763-03A2-4D17-802C-7944A2FD1815}" type="slidenum">
              <a:rPr lang="es-ES" smtClean="0"/>
              <a:pPr>
                <a:defRPr/>
              </a:pPr>
              <a:t>43</a:t>
            </a:fld>
            <a:endParaRPr lang="es-ES" dirty="0"/>
          </a:p>
        </p:txBody>
      </p:sp>
    </p:spTree>
    <p:extLst>
      <p:ext uri="{BB962C8B-B14F-4D97-AF65-F5344CB8AC3E}">
        <p14:creationId xmlns:p14="http://schemas.microsoft.com/office/powerpoint/2010/main" val="15242945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9B433-69E0-1D0E-4425-2DD20F4485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AC5560-B768-AD41-BFFF-7E19912F6793}"/>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CEE428E4-FB69-A394-EA87-26A4B0EABBD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FA93A27-D169-BC52-FD52-5CB818DBE44E}"/>
              </a:ext>
            </a:extLst>
          </p:cNvPr>
          <p:cNvSpPr>
            <a:spLocks noGrp="1"/>
          </p:cNvSpPr>
          <p:nvPr>
            <p:ph type="sldNum" sz="quarter" idx="10"/>
          </p:nvPr>
        </p:nvSpPr>
        <p:spPr/>
        <p:txBody>
          <a:bodyPr/>
          <a:lstStyle/>
          <a:p>
            <a:pPr>
              <a:defRPr/>
            </a:pPr>
            <a:fld id="{B0B13763-03A2-4D17-802C-7944A2FD1815}" type="slidenum">
              <a:rPr lang="es-ES" smtClean="0"/>
              <a:pPr>
                <a:defRPr/>
              </a:pPr>
              <a:t>44</a:t>
            </a:fld>
            <a:endParaRPr lang="es-ES" dirty="0"/>
          </a:p>
        </p:txBody>
      </p:sp>
    </p:spTree>
    <p:extLst>
      <p:ext uri="{BB962C8B-B14F-4D97-AF65-F5344CB8AC3E}">
        <p14:creationId xmlns:p14="http://schemas.microsoft.com/office/powerpoint/2010/main" val="3769539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C361-6254-14D2-72DF-DCA43A3C3D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D9EAD6-1E12-6F03-2F5F-03F91083548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00AEEF09-701A-9A76-06C4-541AE46BE45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B88391A-5417-E3E3-89C0-82509FA63ECB}"/>
              </a:ext>
            </a:extLst>
          </p:cNvPr>
          <p:cNvSpPr>
            <a:spLocks noGrp="1"/>
          </p:cNvSpPr>
          <p:nvPr>
            <p:ph type="sldNum" sz="quarter" idx="10"/>
          </p:nvPr>
        </p:nvSpPr>
        <p:spPr/>
        <p:txBody>
          <a:bodyPr/>
          <a:lstStyle/>
          <a:p>
            <a:pPr>
              <a:defRPr/>
            </a:pPr>
            <a:fld id="{B0B13763-03A2-4D17-802C-7944A2FD1815}" type="slidenum">
              <a:rPr lang="es-ES" smtClean="0"/>
              <a:pPr>
                <a:defRPr/>
              </a:pPr>
              <a:t>45</a:t>
            </a:fld>
            <a:endParaRPr lang="es-ES" dirty="0"/>
          </a:p>
        </p:txBody>
      </p:sp>
    </p:spTree>
    <p:extLst>
      <p:ext uri="{BB962C8B-B14F-4D97-AF65-F5344CB8AC3E}">
        <p14:creationId xmlns:p14="http://schemas.microsoft.com/office/powerpoint/2010/main" val="31746262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AA0E5-1DEE-B35B-78C0-DC451E836B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AC9134-BE45-1EE0-D8D1-4DC194F4A087}"/>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72B2351-4B98-6ADC-07FC-D7EC3252E89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1C78BE4-5471-BC5B-B34A-B203CE669C5D}"/>
              </a:ext>
            </a:extLst>
          </p:cNvPr>
          <p:cNvSpPr>
            <a:spLocks noGrp="1"/>
          </p:cNvSpPr>
          <p:nvPr>
            <p:ph type="sldNum" sz="quarter" idx="10"/>
          </p:nvPr>
        </p:nvSpPr>
        <p:spPr/>
        <p:txBody>
          <a:bodyPr/>
          <a:lstStyle/>
          <a:p>
            <a:pPr>
              <a:defRPr/>
            </a:pPr>
            <a:fld id="{B0B13763-03A2-4D17-802C-7944A2FD1815}" type="slidenum">
              <a:rPr lang="es-ES" smtClean="0"/>
              <a:pPr>
                <a:defRPr/>
              </a:pPr>
              <a:t>46</a:t>
            </a:fld>
            <a:endParaRPr lang="es-ES" dirty="0"/>
          </a:p>
        </p:txBody>
      </p:sp>
    </p:spTree>
    <p:extLst>
      <p:ext uri="{BB962C8B-B14F-4D97-AF65-F5344CB8AC3E}">
        <p14:creationId xmlns:p14="http://schemas.microsoft.com/office/powerpoint/2010/main" val="25881552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0B45D-D2E4-AB11-C751-80544A31B1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7F3B60-991E-92C5-8D12-4983FB03A33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2448877E-5777-D990-1514-DB676ADB683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911F761-D9BB-51A8-9991-70974D9CE896}"/>
              </a:ext>
            </a:extLst>
          </p:cNvPr>
          <p:cNvSpPr>
            <a:spLocks noGrp="1"/>
          </p:cNvSpPr>
          <p:nvPr>
            <p:ph type="sldNum" sz="quarter" idx="10"/>
          </p:nvPr>
        </p:nvSpPr>
        <p:spPr/>
        <p:txBody>
          <a:bodyPr/>
          <a:lstStyle/>
          <a:p>
            <a:pPr>
              <a:defRPr/>
            </a:pPr>
            <a:fld id="{B0B13763-03A2-4D17-802C-7944A2FD1815}" type="slidenum">
              <a:rPr lang="es-ES" smtClean="0"/>
              <a:pPr>
                <a:defRPr/>
              </a:pPr>
              <a:t>47</a:t>
            </a:fld>
            <a:endParaRPr lang="es-ES" dirty="0"/>
          </a:p>
        </p:txBody>
      </p:sp>
    </p:spTree>
    <p:extLst>
      <p:ext uri="{BB962C8B-B14F-4D97-AF65-F5344CB8AC3E}">
        <p14:creationId xmlns:p14="http://schemas.microsoft.com/office/powerpoint/2010/main" val="41528310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2F3C-A507-572E-A4D4-4BFDFDE1B6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E7BAB4-BE32-B5E1-79E6-96B05A0FD8D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8DCFD4DA-47C7-65ED-6D30-3F426877D19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D424BB4-3C0D-D46D-0207-19AC51D18E88}"/>
              </a:ext>
            </a:extLst>
          </p:cNvPr>
          <p:cNvSpPr>
            <a:spLocks noGrp="1"/>
          </p:cNvSpPr>
          <p:nvPr>
            <p:ph type="sldNum" sz="quarter" idx="10"/>
          </p:nvPr>
        </p:nvSpPr>
        <p:spPr/>
        <p:txBody>
          <a:bodyPr/>
          <a:lstStyle/>
          <a:p>
            <a:pPr>
              <a:defRPr/>
            </a:pPr>
            <a:fld id="{B0B13763-03A2-4D17-802C-7944A2FD1815}" type="slidenum">
              <a:rPr lang="es-ES" smtClean="0"/>
              <a:pPr>
                <a:defRPr/>
              </a:pPr>
              <a:t>48</a:t>
            </a:fld>
            <a:endParaRPr lang="es-ES" dirty="0"/>
          </a:p>
        </p:txBody>
      </p:sp>
    </p:spTree>
    <p:extLst>
      <p:ext uri="{BB962C8B-B14F-4D97-AF65-F5344CB8AC3E}">
        <p14:creationId xmlns:p14="http://schemas.microsoft.com/office/powerpoint/2010/main" val="27261102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598D-6FB6-5ECA-92BB-B752CDFE9B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FCDD90-4C1E-3DB0-6D51-FA4B7E75629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75EE358-86DD-2018-4138-3B94316A260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9D861B0-46AA-1E34-E914-90D1EAF7A94A}"/>
              </a:ext>
            </a:extLst>
          </p:cNvPr>
          <p:cNvSpPr>
            <a:spLocks noGrp="1"/>
          </p:cNvSpPr>
          <p:nvPr>
            <p:ph type="sldNum" sz="quarter" idx="10"/>
          </p:nvPr>
        </p:nvSpPr>
        <p:spPr/>
        <p:txBody>
          <a:bodyPr/>
          <a:lstStyle/>
          <a:p>
            <a:pPr>
              <a:defRPr/>
            </a:pPr>
            <a:fld id="{B0B13763-03A2-4D17-802C-7944A2FD1815}" type="slidenum">
              <a:rPr lang="es-ES" smtClean="0"/>
              <a:pPr>
                <a:defRPr/>
              </a:pPr>
              <a:t>49</a:t>
            </a:fld>
            <a:endParaRPr lang="es-ES" dirty="0"/>
          </a:p>
        </p:txBody>
      </p:sp>
    </p:spTree>
    <p:extLst>
      <p:ext uri="{BB962C8B-B14F-4D97-AF65-F5344CB8AC3E}">
        <p14:creationId xmlns:p14="http://schemas.microsoft.com/office/powerpoint/2010/main" val="23923724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98E83-427F-D8F0-D308-43BC5DB8E8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942073-245E-FD3D-B25A-5AFC587C68FB}"/>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E010B371-F8B4-CDD2-B8C8-6A64B720498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77AAEA3-C49A-21BF-BCFD-678564FE3BF5}"/>
              </a:ext>
            </a:extLst>
          </p:cNvPr>
          <p:cNvSpPr>
            <a:spLocks noGrp="1"/>
          </p:cNvSpPr>
          <p:nvPr>
            <p:ph type="sldNum" sz="quarter" idx="10"/>
          </p:nvPr>
        </p:nvSpPr>
        <p:spPr/>
        <p:txBody>
          <a:bodyPr/>
          <a:lstStyle/>
          <a:p>
            <a:pPr>
              <a:defRPr/>
            </a:pPr>
            <a:fld id="{B0B13763-03A2-4D17-802C-7944A2FD1815}" type="slidenum">
              <a:rPr lang="es-ES" smtClean="0"/>
              <a:pPr>
                <a:defRPr/>
              </a:pPr>
              <a:t>50</a:t>
            </a:fld>
            <a:endParaRPr lang="es-ES" dirty="0"/>
          </a:p>
        </p:txBody>
      </p:sp>
    </p:spTree>
    <p:extLst>
      <p:ext uri="{BB962C8B-B14F-4D97-AF65-F5344CB8AC3E}">
        <p14:creationId xmlns:p14="http://schemas.microsoft.com/office/powerpoint/2010/main" val="20327530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9EB8F-D229-A186-0FE9-D38FF7F60E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9B4905-EF78-5B20-8402-A6DE80559AB6}"/>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CF3ADC72-E823-D03F-46D3-D7987E2F874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D425394-0E7B-CC7E-295C-6FD407FA9D49}"/>
              </a:ext>
            </a:extLst>
          </p:cNvPr>
          <p:cNvSpPr>
            <a:spLocks noGrp="1"/>
          </p:cNvSpPr>
          <p:nvPr>
            <p:ph type="sldNum" sz="quarter" idx="10"/>
          </p:nvPr>
        </p:nvSpPr>
        <p:spPr/>
        <p:txBody>
          <a:bodyPr/>
          <a:lstStyle/>
          <a:p>
            <a:pPr>
              <a:defRPr/>
            </a:pPr>
            <a:fld id="{B0B13763-03A2-4D17-802C-7944A2FD1815}" type="slidenum">
              <a:rPr lang="es-ES" smtClean="0"/>
              <a:pPr>
                <a:defRPr/>
              </a:pPr>
              <a:t>51</a:t>
            </a:fld>
            <a:endParaRPr lang="es-ES" dirty="0"/>
          </a:p>
        </p:txBody>
      </p:sp>
    </p:spTree>
    <p:extLst>
      <p:ext uri="{BB962C8B-B14F-4D97-AF65-F5344CB8AC3E}">
        <p14:creationId xmlns:p14="http://schemas.microsoft.com/office/powerpoint/2010/main" val="33600347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82445-F8AA-65B0-28FF-9C04264491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8402-3627-0E97-2616-8624523E71ED}"/>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F3B1A9F-6B03-5290-D703-6BD72246893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3C8302A-7FE6-9EBE-537E-C6A4D44859EF}"/>
              </a:ext>
            </a:extLst>
          </p:cNvPr>
          <p:cNvSpPr>
            <a:spLocks noGrp="1"/>
          </p:cNvSpPr>
          <p:nvPr>
            <p:ph type="sldNum" sz="quarter" idx="10"/>
          </p:nvPr>
        </p:nvSpPr>
        <p:spPr/>
        <p:txBody>
          <a:bodyPr/>
          <a:lstStyle/>
          <a:p>
            <a:pPr>
              <a:defRPr/>
            </a:pPr>
            <a:fld id="{B0B13763-03A2-4D17-802C-7944A2FD1815}" type="slidenum">
              <a:rPr lang="es-ES" smtClean="0"/>
              <a:pPr>
                <a:defRPr/>
              </a:pPr>
              <a:t>52</a:t>
            </a:fld>
            <a:endParaRPr lang="es-ES" dirty="0"/>
          </a:p>
        </p:txBody>
      </p:sp>
    </p:spTree>
    <p:extLst>
      <p:ext uri="{BB962C8B-B14F-4D97-AF65-F5344CB8AC3E}">
        <p14:creationId xmlns:p14="http://schemas.microsoft.com/office/powerpoint/2010/main" val="2609188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10E12-3C16-1F03-6C92-D75EB7E87C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78B632-C81C-9644-0E1F-8A8C54B5703C}"/>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8607697D-44D9-A1B0-6B0C-F90D2F0A191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C2DB617-9AB4-2DA7-8DC4-A02121DB25F8}"/>
              </a:ext>
            </a:extLst>
          </p:cNvPr>
          <p:cNvSpPr>
            <a:spLocks noGrp="1"/>
          </p:cNvSpPr>
          <p:nvPr>
            <p:ph type="sldNum" sz="quarter" idx="10"/>
          </p:nvPr>
        </p:nvSpPr>
        <p:spPr/>
        <p:txBody>
          <a:bodyPr/>
          <a:lstStyle/>
          <a:p>
            <a:pPr>
              <a:defRPr/>
            </a:pPr>
            <a:fld id="{B0B13763-03A2-4D17-802C-7944A2FD1815}" type="slidenum">
              <a:rPr lang="es-ES" smtClean="0"/>
              <a:pPr>
                <a:defRPr/>
              </a:pPr>
              <a:t>53</a:t>
            </a:fld>
            <a:endParaRPr lang="es-ES" dirty="0"/>
          </a:p>
        </p:txBody>
      </p:sp>
    </p:spTree>
    <p:extLst>
      <p:ext uri="{BB962C8B-B14F-4D97-AF65-F5344CB8AC3E}">
        <p14:creationId xmlns:p14="http://schemas.microsoft.com/office/powerpoint/2010/main" val="25273901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E10A-A11A-B14C-8F56-1A5617E9AC81}"/>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A5979A3F-A18C-CE9C-109B-D6A8008007C4}"/>
              </a:ext>
            </a:extLst>
          </p:cNvPr>
          <p:cNvSpPr>
            <a:spLocks noGrp="1" noRot="1" noChangeAspect="1"/>
          </p:cNvSpPr>
          <p:nvPr>
            <p:ph type="sldImg"/>
          </p:nvPr>
        </p:nvSpPr>
        <p:spPr>
          <a:xfrm>
            <a:off x="139700" y="768350"/>
            <a:ext cx="6819900" cy="3836988"/>
          </a:xfrm>
        </p:spPr>
      </p:sp>
      <p:sp>
        <p:nvSpPr>
          <p:cNvPr id="3" name="2 Marcador de notas">
            <a:extLst>
              <a:ext uri="{FF2B5EF4-FFF2-40B4-BE49-F238E27FC236}">
                <a16:creationId xmlns:a16="http://schemas.microsoft.com/office/drawing/2014/main" id="{C4DC15C2-DCB4-9DD2-C501-C374E3734601}"/>
              </a:ext>
            </a:extLst>
          </p:cNvPr>
          <p:cNvSpPr>
            <a:spLocks noGrp="1"/>
          </p:cNvSpPr>
          <p:nvPr>
            <p:ph type="body" idx="1"/>
          </p:nvPr>
        </p:nvSpPr>
        <p:spPr/>
        <p:txBody>
          <a:bodyPr>
            <a:normAutofit/>
          </a:bodyPr>
          <a:lstStyle/>
          <a:p>
            <a:endParaRPr lang="es-ES" sz="1200" kern="1200" dirty="0">
              <a:solidFill>
                <a:schemeClr val="tx1"/>
              </a:solidFill>
              <a:latin typeface="Calibri" pitchFamily="34" charset="0"/>
              <a:ea typeface="+mn-ea"/>
              <a:cs typeface="+mn-cs"/>
            </a:endParaRPr>
          </a:p>
        </p:txBody>
      </p:sp>
      <p:sp>
        <p:nvSpPr>
          <p:cNvPr id="4" name="3 Marcador de número de diapositiva">
            <a:extLst>
              <a:ext uri="{FF2B5EF4-FFF2-40B4-BE49-F238E27FC236}">
                <a16:creationId xmlns:a16="http://schemas.microsoft.com/office/drawing/2014/main" id="{FE31D5DA-7EFA-0CFC-796D-AADA5A733C9F}"/>
              </a:ext>
            </a:extLst>
          </p:cNvPr>
          <p:cNvSpPr>
            <a:spLocks noGrp="1"/>
          </p:cNvSpPr>
          <p:nvPr>
            <p:ph type="sldNum" sz="quarter" idx="10"/>
          </p:nvPr>
        </p:nvSpPr>
        <p:spPr/>
        <p:txBody>
          <a:bodyPr/>
          <a:lstStyle/>
          <a:p>
            <a:pPr>
              <a:defRPr/>
            </a:pPr>
            <a:fld id="{B0B13763-03A2-4D17-802C-7944A2FD1815}" type="slidenum">
              <a:rPr lang="es-ES" smtClean="0"/>
              <a:pPr>
                <a:defRPr/>
              </a:pPr>
              <a:t>54</a:t>
            </a:fld>
            <a:endParaRPr lang="es-ES" dirty="0"/>
          </a:p>
        </p:txBody>
      </p:sp>
    </p:spTree>
    <p:extLst>
      <p:ext uri="{BB962C8B-B14F-4D97-AF65-F5344CB8AC3E}">
        <p14:creationId xmlns:p14="http://schemas.microsoft.com/office/powerpoint/2010/main" val="1079845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D139-A3BE-1E35-701D-D137316A78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205974-B3F6-C3C8-1A80-5BCC3AA0AD86}"/>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0BD93D5A-2969-4B94-0E08-090A5F5BA58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C515324-CDFE-FEF5-F9E3-1512F7DB99C4}"/>
              </a:ext>
            </a:extLst>
          </p:cNvPr>
          <p:cNvSpPr>
            <a:spLocks noGrp="1"/>
          </p:cNvSpPr>
          <p:nvPr>
            <p:ph type="sldNum" sz="quarter" idx="10"/>
          </p:nvPr>
        </p:nvSpPr>
        <p:spPr/>
        <p:txBody>
          <a:bodyPr/>
          <a:lstStyle/>
          <a:p>
            <a:pPr>
              <a:defRPr/>
            </a:pPr>
            <a:fld id="{B0B13763-03A2-4D17-802C-7944A2FD1815}" type="slidenum">
              <a:rPr lang="es-ES" smtClean="0"/>
              <a:pPr>
                <a:defRPr/>
              </a:pPr>
              <a:t>55</a:t>
            </a:fld>
            <a:endParaRPr lang="es-ES" dirty="0"/>
          </a:p>
        </p:txBody>
      </p:sp>
    </p:spTree>
    <p:extLst>
      <p:ext uri="{BB962C8B-B14F-4D97-AF65-F5344CB8AC3E}">
        <p14:creationId xmlns:p14="http://schemas.microsoft.com/office/powerpoint/2010/main" val="4745148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29D72-FF42-B407-44C9-BD88EC02F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D737952-BBAF-AF38-8002-384BFE569F0C}"/>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18B8BD43-088A-8931-4B50-58BD9435EC1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38A0DB4-F38C-420B-9084-E1D4151D8A9D}"/>
              </a:ext>
            </a:extLst>
          </p:cNvPr>
          <p:cNvSpPr>
            <a:spLocks noGrp="1"/>
          </p:cNvSpPr>
          <p:nvPr>
            <p:ph type="sldNum" sz="quarter" idx="10"/>
          </p:nvPr>
        </p:nvSpPr>
        <p:spPr/>
        <p:txBody>
          <a:bodyPr/>
          <a:lstStyle/>
          <a:p>
            <a:pPr>
              <a:defRPr/>
            </a:pPr>
            <a:fld id="{B0B13763-03A2-4D17-802C-7944A2FD1815}" type="slidenum">
              <a:rPr lang="es-ES" smtClean="0"/>
              <a:pPr>
                <a:defRPr/>
              </a:pPr>
              <a:t>56</a:t>
            </a:fld>
            <a:endParaRPr lang="es-ES" dirty="0"/>
          </a:p>
        </p:txBody>
      </p:sp>
    </p:spTree>
    <p:extLst>
      <p:ext uri="{BB962C8B-B14F-4D97-AF65-F5344CB8AC3E}">
        <p14:creationId xmlns:p14="http://schemas.microsoft.com/office/powerpoint/2010/main" val="3176370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234E-FBDF-2D72-7FD3-ABB98E5C13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00D5F7-F17A-1FAC-0197-F64B141E796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DACE8780-95DA-02EF-A87A-C04451B1ED5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5B1C48A-D40D-B7D7-3E95-6ED8F2755A81}"/>
              </a:ext>
            </a:extLst>
          </p:cNvPr>
          <p:cNvSpPr>
            <a:spLocks noGrp="1"/>
          </p:cNvSpPr>
          <p:nvPr>
            <p:ph type="sldNum" sz="quarter" idx="10"/>
          </p:nvPr>
        </p:nvSpPr>
        <p:spPr/>
        <p:txBody>
          <a:bodyPr/>
          <a:lstStyle/>
          <a:p>
            <a:pPr>
              <a:defRPr/>
            </a:pPr>
            <a:fld id="{B0B13763-03A2-4D17-802C-7944A2FD1815}" type="slidenum">
              <a:rPr lang="es-ES" smtClean="0"/>
              <a:pPr>
                <a:defRPr/>
              </a:pPr>
              <a:t>57</a:t>
            </a:fld>
            <a:endParaRPr lang="es-ES" dirty="0"/>
          </a:p>
        </p:txBody>
      </p:sp>
    </p:spTree>
    <p:extLst>
      <p:ext uri="{BB962C8B-B14F-4D97-AF65-F5344CB8AC3E}">
        <p14:creationId xmlns:p14="http://schemas.microsoft.com/office/powerpoint/2010/main" val="18149889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C9572-C0C9-A279-1A05-39FA0D87D8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F96ECB-2217-7294-94AA-D31B3A10866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3B59A58-0818-46DF-FCB1-585E80BA486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68A4148-DD6F-92F9-89C9-85167EAEA5A0}"/>
              </a:ext>
            </a:extLst>
          </p:cNvPr>
          <p:cNvSpPr>
            <a:spLocks noGrp="1"/>
          </p:cNvSpPr>
          <p:nvPr>
            <p:ph type="sldNum" sz="quarter" idx="10"/>
          </p:nvPr>
        </p:nvSpPr>
        <p:spPr/>
        <p:txBody>
          <a:bodyPr/>
          <a:lstStyle/>
          <a:p>
            <a:pPr>
              <a:defRPr/>
            </a:pPr>
            <a:fld id="{B0B13763-03A2-4D17-802C-7944A2FD1815}" type="slidenum">
              <a:rPr lang="es-ES" smtClean="0"/>
              <a:pPr>
                <a:defRPr/>
              </a:pPr>
              <a:t>58</a:t>
            </a:fld>
            <a:endParaRPr lang="es-ES" dirty="0"/>
          </a:p>
        </p:txBody>
      </p:sp>
    </p:spTree>
    <p:extLst>
      <p:ext uri="{BB962C8B-B14F-4D97-AF65-F5344CB8AC3E}">
        <p14:creationId xmlns:p14="http://schemas.microsoft.com/office/powerpoint/2010/main" val="34884895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5AAEB-8A24-EEFD-680B-69AF107461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DCF4A8-DB17-3E8F-8C6F-241A15CA1169}"/>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C2A8677A-4ED2-AAA9-570C-BF0F3146B6F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E87C203-C9D8-3A9A-0F80-45F8413E612A}"/>
              </a:ext>
            </a:extLst>
          </p:cNvPr>
          <p:cNvSpPr>
            <a:spLocks noGrp="1"/>
          </p:cNvSpPr>
          <p:nvPr>
            <p:ph type="sldNum" sz="quarter" idx="10"/>
          </p:nvPr>
        </p:nvSpPr>
        <p:spPr/>
        <p:txBody>
          <a:bodyPr/>
          <a:lstStyle/>
          <a:p>
            <a:pPr>
              <a:defRPr/>
            </a:pPr>
            <a:fld id="{B0B13763-03A2-4D17-802C-7944A2FD1815}" type="slidenum">
              <a:rPr lang="es-ES" smtClean="0"/>
              <a:pPr>
                <a:defRPr/>
              </a:pPr>
              <a:t>59</a:t>
            </a:fld>
            <a:endParaRPr lang="es-ES" dirty="0"/>
          </a:p>
        </p:txBody>
      </p:sp>
    </p:spTree>
    <p:extLst>
      <p:ext uri="{BB962C8B-B14F-4D97-AF65-F5344CB8AC3E}">
        <p14:creationId xmlns:p14="http://schemas.microsoft.com/office/powerpoint/2010/main" val="10159603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CC86-6EF0-3544-5316-A29DEF040F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5FC269-4DD9-B4EE-0BE8-4252184BA10C}"/>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D19C7B1-2138-A2C2-0F06-20C806140A7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4C5D94E-D5F1-8685-32E8-CEB53E83D698}"/>
              </a:ext>
            </a:extLst>
          </p:cNvPr>
          <p:cNvSpPr>
            <a:spLocks noGrp="1"/>
          </p:cNvSpPr>
          <p:nvPr>
            <p:ph type="sldNum" sz="quarter" idx="10"/>
          </p:nvPr>
        </p:nvSpPr>
        <p:spPr/>
        <p:txBody>
          <a:bodyPr/>
          <a:lstStyle/>
          <a:p>
            <a:pPr>
              <a:defRPr/>
            </a:pPr>
            <a:fld id="{B0B13763-03A2-4D17-802C-7944A2FD1815}" type="slidenum">
              <a:rPr lang="es-ES" smtClean="0"/>
              <a:pPr>
                <a:defRPr/>
              </a:pPr>
              <a:t>60</a:t>
            </a:fld>
            <a:endParaRPr lang="es-ES" dirty="0"/>
          </a:p>
        </p:txBody>
      </p:sp>
    </p:spTree>
    <p:extLst>
      <p:ext uri="{BB962C8B-B14F-4D97-AF65-F5344CB8AC3E}">
        <p14:creationId xmlns:p14="http://schemas.microsoft.com/office/powerpoint/2010/main" val="217125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60C3E-36D6-1334-E171-60FEEB3768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DC7D12-1710-0442-EE4D-22A81BCB7E6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E02DFD5-11D2-BFF6-97BE-C7A1523FB81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9B1DB94-FE82-84DF-AF0F-4FC78DF429DE}"/>
              </a:ext>
            </a:extLst>
          </p:cNvPr>
          <p:cNvSpPr>
            <a:spLocks noGrp="1"/>
          </p:cNvSpPr>
          <p:nvPr>
            <p:ph type="sldNum" sz="quarter" idx="10"/>
          </p:nvPr>
        </p:nvSpPr>
        <p:spPr/>
        <p:txBody>
          <a:bodyPr/>
          <a:lstStyle/>
          <a:p>
            <a:pPr>
              <a:defRPr/>
            </a:pPr>
            <a:fld id="{B0B13763-03A2-4D17-802C-7944A2FD1815}" type="slidenum">
              <a:rPr lang="es-ES" smtClean="0"/>
              <a:pPr>
                <a:defRPr/>
              </a:pPr>
              <a:t>61</a:t>
            </a:fld>
            <a:endParaRPr lang="es-ES" dirty="0"/>
          </a:p>
        </p:txBody>
      </p:sp>
    </p:spTree>
    <p:extLst>
      <p:ext uri="{BB962C8B-B14F-4D97-AF65-F5344CB8AC3E}">
        <p14:creationId xmlns:p14="http://schemas.microsoft.com/office/powerpoint/2010/main" val="37025285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5CE7-6ACD-299F-465A-0B1D12EC7A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F2FAA0-FB6D-1099-11E7-12EFA439E10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786A864-559E-3009-5354-F5B155CE894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B78DF55-AFC4-5265-C411-01BDA28FC489}"/>
              </a:ext>
            </a:extLst>
          </p:cNvPr>
          <p:cNvSpPr>
            <a:spLocks noGrp="1"/>
          </p:cNvSpPr>
          <p:nvPr>
            <p:ph type="sldNum" sz="quarter" idx="10"/>
          </p:nvPr>
        </p:nvSpPr>
        <p:spPr/>
        <p:txBody>
          <a:bodyPr/>
          <a:lstStyle/>
          <a:p>
            <a:pPr>
              <a:defRPr/>
            </a:pPr>
            <a:fld id="{B0B13763-03A2-4D17-802C-7944A2FD1815}" type="slidenum">
              <a:rPr lang="es-ES" smtClean="0"/>
              <a:pPr>
                <a:defRPr/>
              </a:pPr>
              <a:t>62</a:t>
            </a:fld>
            <a:endParaRPr lang="es-ES" dirty="0"/>
          </a:p>
        </p:txBody>
      </p:sp>
    </p:spTree>
    <p:extLst>
      <p:ext uri="{BB962C8B-B14F-4D97-AF65-F5344CB8AC3E}">
        <p14:creationId xmlns:p14="http://schemas.microsoft.com/office/powerpoint/2010/main" val="3684017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6EB1-F04A-6AEB-C905-97C10393A0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E4F1AA-6F19-F6E3-D80E-528E2B12BED0}"/>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EE1C1FEF-3A3C-A2D0-DA13-8C751F097B2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F34C36D-D74E-92D9-982B-DD50442138C9}"/>
              </a:ext>
            </a:extLst>
          </p:cNvPr>
          <p:cNvSpPr>
            <a:spLocks noGrp="1"/>
          </p:cNvSpPr>
          <p:nvPr>
            <p:ph type="sldNum" sz="quarter" idx="10"/>
          </p:nvPr>
        </p:nvSpPr>
        <p:spPr/>
        <p:txBody>
          <a:bodyPr/>
          <a:lstStyle/>
          <a:p>
            <a:pPr>
              <a:defRPr/>
            </a:pPr>
            <a:fld id="{B0B13763-03A2-4D17-802C-7944A2FD1815}" type="slidenum">
              <a:rPr lang="es-ES" smtClean="0"/>
              <a:pPr>
                <a:defRPr/>
              </a:pPr>
              <a:t>63</a:t>
            </a:fld>
            <a:endParaRPr lang="es-ES" dirty="0"/>
          </a:p>
        </p:txBody>
      </p:sp>
    </p:spTree>
    <p:extLst>
      <p:ext uri="{BB962C8B-B14F-4D97-AF65-F5344CB8AC3E}">
        <p14:creationId xmlns:p14="http://schemas.microsoft.com/office/powerpoint/2010/main" val="25202683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AC0A-A250-22E4-677A-5D0EADB7E4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10547A-88B0-927C-92E7-DA1A4BCBB601}"/>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CF3B729-6FFB-1C59-A01B-60A6AEF0967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3CF0163-E478-F6DE-3F56-056DC152D5C6}"/>
              </a:ext>
            </a:extLst>
          </p:cNvPr>
          <p:cNvSpPr>
            <a:spLocks noGrp="1"/>
          </p:cNvSpPr>
          <p:nvPr>
            <p:ph type="sldNum" sz="quarter" idx="10"/>
          </p:nvPr>
        </p:nvSpPr>
        <p:spPr/>
        <p:txBody>
          <a:bodyPr/>
          <a:lstStyle/>
          <a:p>
            <a:pPr>
              <a:defRPr/>
            </a:pPr>
            <a:fld id="{B0B13763-03A2-4D17-802C-7944A2FD1815}" type="slidenum">
              <a:rPr lang="es-ES" smtClean="0"/>
              <a:pPr>
                <a:defRPr/>
              </a:pPr>
              <a:t>64</a:t>
            </a:fld>
            <a:endParaRPr lang="es-ES" dirty="0"/>
          </a:p>
        </p:txBody>
      </p:sp>
    </p:spTree>
    <p:extLst>
      <p:ext uri="{BB962C8B-B14F-4D97-AF65-F5344CB8AC3E}">
        <p14:creationId xmlns:p14="http://schemas.microsoft.com/office/powerpoint/2010/main" val="12179697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6D0C9-3AA4-0593-3059-4A9543DD9B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002C9C-5C27-7861-53B0-95F6E246362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5C36E7C5-1056-1CDC-A990-15891F7BC72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9050B23-FE22-D6E6-B028-4A2AB1C2ADD6}"/>
              </a:ext>
            </a:extLst>
          </p:cNvPr>
          <p:cNvSpPr>
            <a:spLocks noGrp="1"/>
          </p:cNvSpPr>
          <p:nvPr>
            <p:ph type="sldNum" sz="quarter" idx="10"/>
          </p:nvPr>
        </p:nvSpPr>
        <p:spPr/>
        <p:txBody>
          <a:bodyPr/>
          <a:lstStyle/>
          <a:p>
            <a:pPr>
              <a:defRPr/>
            </a:pPr>
            <a:fld id="{B0B13763-03A2-4D17-802C-7944A2FD1815}" type="slidenum">
              <a:rPr lang="es-ES" smtClean="0"/>
              <a:pPr>
                <a:defRPr/>
              </a:pPr>
              <a:t>65</a:t>
            </a:fld>
            <a:endParaRPr lang="es-ES" dirty="0"/>
          </a:p>
        </p:txBody>
      </p:sp>
    </p:spTree>
    <p:extLst>
      <p:ext uri="{BB962C8B-B14F-4D97-AF65-F5344CB8AC3E}">
        <p14:creationId xmlns:p14="http://schemas.microsoft.com/office/powerpoint/2010/main" val="8919867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4841C-645E-7B25-1D4B-B6D4984D50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B1D7B4-5FCB-6B96-03C8-F8BE1225C402}"/>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BF1A0501-A4C4-4BC5-FF40-D1DA7525E7C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F1F7A6A-9F86-EB7B-57E0-B9DDABEB4E06}"/>
              </a:ext>
            </a:extLst>
          </p:cNvPr>
          <p:cNvSpPr>
            <a:spLocks noGrp="1"/>
          </p:cNvSpPr>
          <p:nvPr>
            <p:ph type="sldNum" sz="quarter" idx="10"/>
          </p:nvPr>
        </p:nvSpPr>
        <p:spPr/>
        <p:txBody>
          <a:bodyPr/>
          <a:lstStyle/>
          <a:p>
            <a:pPr>
              <a:defRPr/>
            </a:pPr>
            <a:fld id="{B0B13763-03A2-4D17-802C-7944A2FD1815}" type="slidenum">
              <a:rPr lang="es-ES" smtClean="0"/>
              <a:pPr>
                <a:defRPr/>
              </a:pPr>
              <a:t>66</a:t>
            </a:fld>
            <a:endParaRPr lang="es-ES" dirty="0"/>
          </a:p>
        </p:txBody>
      </p:sp>
    </p:spTree>
    <p:extLst>
      <p:ext uri="{BB962C8B-B14F-4D97-AF65-F5344CB8AC3E}">
        <p14:creationId xmlns:p14="http://schemas.microsoft.com/office/powerpoint/2010/main" val="40723851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204C6-FEF8-F2F0-5943-A32B4FBE8C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82ECB3-0B4B-B66B-2441-3F677E77BA0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FE0E712-9B46-1BB9-7CD7-73BDFBA54E9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0446A88-4BA2-F6BA-BC22-2EA7F7DEED19}"/>
              </a:ext>
            </a:extLst>
          </p:cNvPr>
          <p:cNvSpPr>
            <a:spLocks noGrp="1"/>
          </p:cNvSpPr>
          <p:nvPr>
            <p:ph type="sldNum" sz="quarter" idx="10"/>
          </p:nvPr>
        </p:nvSpPr>
        <p:spPr/>
        <p:txBody>
          <a:bodyPr/>
          <a:lstStyle/>
          <a:p>
            <a:pPr>
              <a:defRPr/>
            </a:pPr>
            <a:fld id="{B0B13763-03A2-4D17-802C-7944A2FD1815}" type="slidenum">
              <a:rPr lang="es-ES" smtClean="0"/>
              <a:pPr>
                <a:defRPr/>
              </a:pPr>
              <a:t>67</a:t>
            </a:fld>
            <a:endParaRPr lang="es-ES" dirty="0"/>
          </a:p>
        </p:txBody>
      </p:sp>
    </p:spTree>
    <p:extLst>
      <p:ext uri="{BB962C8B-B14F-4D97-AF65-F5344CB8AC3E}">
        <p14:creationId xmlns:p14="http://schemas.microsoft.com/office/powerpoint/2010/main" val="28845940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17AA-111F-BE64-4451-7987B5EE2B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A3380F-127F-5682-3D4B-27F90327BE9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C0C351DD-D5F6-6FA6-A949-2996FC99AB7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EEB8DFD-EEE2-4365-2D73-AE1E92E76FC7}"/>
              </a:ext>
            </a:extLst>
          </p:cNvPr>
          <p:cNvSpPr>
            <a:spLocks noGrp="1"/>
          </p:cNvSpPr>
          <p:nvPr>
            <p:ph type="sldNum" sz="quarter" idx="10"/>
          </p:nvPr>
        </p:nvSpPr>
        <p:spPr/>
        <p:txBody>
          <a:bodyPr/>
          <a:lstStyle/>
          <a:p>
            <a:pPr>
              <a:defRPr/>
            </a:pPr>
            <a:fld id="{B0B13763-03A2-4D17-802C-7944A2FD1815}" type="slidenum">
              <a:rPr lang="es-ES" smtClean="0"/>
              <a:pPr>
                <a:defRPr/>
              </a:pPr>
              <a:t>68</a:t>
            </a:fld>
            <a:endParaRPr lang="es-ES" dirty="0"/>
          </a:p>
        </p:txBody>
      </p:sp>
    </p:spTree>
    <p:extLst>
      <p:ext uri="{BB962C8B-B14F-4D97-AF65-F5344CB8AC3E}">
        <p14:creationId xmlns:p14="http://schemas.microsoft.com/office/powerpoint/2010/main" val="13504053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9D55D-E9B5-2BB7-FEBA-983028F5DE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7DF5F7-4CF7-0E23-EBD5-9196E61F540F}"/>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494F4F0-5258-FCAB-45DE-49324B78A5E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9551C7-7359-AF4D-77D3-DD11AD808DD3}"/>
              </a:ext>
            </a:extLst>
          </p:cNvPr>
          <p:cNvSpPr>
            <a:spLocks noGrp="1"/>
          </p:cNvSpPr>
          <p:nvPr>
            <p:ph type="sldNum" sz="quarter" idx="10"/>
          </p:nvPr>
        </p:nvSpPr>
        <p:spPr/>
        <p:txBody>
          <a:bodyPr/>
          <a:lstStyle/>
          <a:p>
            <a:pPr>
              <a:defRPr/>
            </a:pPr>
            <a:fld id="{B0B13763-03A2-4D17-802C-7944A2FD1815}" type="slidenum">
              <a:rPr lang="es-ES" smtClean="0"/>
              <a:pPr>
                <a:defRPr/>
              </a:pPr>
              <a:t>69</a:t>
            </a:fld>
            <a:endParaRPr lang="es-ES" dirty="0"/>
          </a:p>
        </p:txBody>
      </p:sp>
    </p:spTree>
    <p:extLst>
      <p:ext uri="{BB962C8B-B14F-4D97-AF65-F5344CB8AC3E}">
        <p14:creationId xmlns:p14="http://schemas.microsoft.com/office/powerpoint/2010/main" val="31411025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234D1-6668-CD04-BBFB-3A018CC6AD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C81FC-1498-B774-A9F5-561D6A01C338}"/>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9F3DA159-783D-1E3E-2669-1195CA22D01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F92C46E-A2D7-3F23-9848-088D38C19520}"/>
              </a:ext>
            </a:extLst>
          </p:cNvPr>
          <p:cNvSpPr>
            <a:spLocks noGrp="1"/>
          </p:cNvSpPr>
          <p:nvPr>
            <p:ph type="sldNum" sz="quarter" idx="10"/>
          </p:nvPr>
        </p:nvSpPr>
        <p:spPr/>
        <p:txBody>
          <a:bodyPr/>
          <a:lstStyle/>
          <a:p>
            <a:pPr>
              <a:defRPr/>
            </a:pPr>
            <a:fld id="{B0B13763-03A2-4D17-802C-7944A2FD1815}" type="slidenum">
              <a:rPr lang="es-ES" smtClean="0"/>
              <a:pPr>
                <a:defRPr/>
              </a:pPr>
              <a:t>70</a:t>
            </a:fld>
            <a:endParaRPr lang="es-ES" dirty="0"/>
          </a:p>
        </p:txBody>
      </p:sp>
    </p:spTree>
    <p:extLst>
      <p:ext uri="{BB962C8B-B14F-4D97-AF65-F5344CB8AC3E}">
        <p14:creationId xmlns:p14="http://schemas.microsoft.com/office/powerpoint/2010/main" val="41394657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B3A25-556C-21C0-F11C-452702CAB4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D46CA5-11F7-ECF0-B9B4-D6BE4A03A393}"/>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66302974-DEBC-8DBA-99F4-CE4B6203762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13405E3-5256-F9D9-0E28-26B3FA49FFC6}"/>
              </a:ext>
            </a:extLst>
          </p:cNvPr>
          <p:cNvSpPr>
            <a:spLocks noGrp="1"/>
          </p:cNvSpPr>
          <p:nvPr>
            <p:ph type="sldNum" sz="quarter" idx="10"/>
          </p:nvPr>
        </p:nvSpPr>
        <p:spPr/>
        <p:txBody>
          <a:bodyPr/>
          <a:lstStyle/>
          <a:p>
            <a:pPr>
              <a:defRPr/>
            </a:pPr>
            <a:fld id="{B0B13763-03A2-4D17-802C-7944A2FD1815}" type="slidenum">
              <a:rPr lang="es-ES" smtClean="0"/>
              <a:pPr>
                <a:defRPr/>
              </a:pPr>
              <a:t>71</a:t>
            </a:fld>
            <a:endParaRPr lang="es-ES" dirty="0"/>
          </a:p>
        </p:txBody>
      </p:sp>
    </p:spTree>
    <p:extLst>
      <p:ext uri="{BB962C8B-B14F-4D97-AF65-F5344CB8AC3E}">
        <p14:creationId xmlns:p14="http://schemas.microsoft.com/office/powerpoint/2010/main" val="35062430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2ED5-9845-B0FF-B3C4-FA5A5E341B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766CD5-2A8F-F8E9-1095-DA6B2C51CE7A}"/>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A8BF27C9-2238-8BC9-E65D-C0EE1EA0A30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735F9A-7923-B452-FF51-BB0C5F7393AE}"/>
              </a:ext>
            </a:extLst>
          </p:cNvPr>
          <p:cNvSpPr>
            <a:spLocks noGrp="1"/>
          </p:cNvSpPr>
          <p:nvPr>
            <p:ph type="sldNum" sz="quarter" idx="10"/>
          </p:nvPr>
        </p:nvSpPr>
        <p:spPr/>
        <p:txBody>
          <a:bodyPr/>
          <a:lstStyle/>
          <a:p>
            <a:pPr>
              <a:defRPr/>
            </a:pPr>
            <a:fld id="{B0B13763-03A2-4D17-802C-7944A2FD1815}" type="slidenum">
              <a:rPr lang="es-ES" smtClean="0"/>
              <a:pPr>
                <a:defRPr/>
              </a:pPr>
              <a:t>72</a:t>
            </a:fld>
            <a:endParaRPr lang="es-ES" dirty="0"/>
          </a:p>
        </p:txBody>
      </p:sp>
    </p:spTree>
    <p:extLst>
      <p:ext uri="{BB962C8B-B14F-4D97-AF65-F5344CB8AC3E}">
        <p14:creationId xmlns:p14="http://schemas.microsoft.com/office/powerpoint/2010/main" val="37830780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08D0B-F6F0-3720-010A-79882E8485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6A41AA-F34F-C15D-62F4-15DD7AF31D64}"/>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F1F64A75-C7F0-5F54-7E22-51AAA5FA54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FCA73AD-8EA4-3DCE-68A7-1F4385F3600C}"/>
              </a:ext>
            </a:extLst>
          </p:cNvPr>
          <p:cNvSpPr>
            <a:spLocks noGrp="1"/>
          </p:cNvSpPr>
          <p:nvPr>
            <p:ph type="sldNum" sz="quarter" idx="10"/>
          </p:nvPr>
        </p:nvSpPr>
        <p:spPr/>
        <p:txBody>
          <a:bodyPr/>
          <a:lstStyle/>
          <a:p>
            <a:pPr>
              <a:defRPr/>
            </a:pPr>
            <a:fld id="{B0B13763-03A2-4D17-802C-7944A2FD1815}" type="slidenum">
              <a:rPr lang="es-ES" smtClean="0"/>
              <a:pPr>
                <a:defRPr/>
              </a:pPr>
              <a:t>73</a:t>
            </a:fld>
            <a:endParaRPr lang="es-ES" dirty="0"/>
          </a:p>
        </p:txBody>
      </p:sp>
    </p:spTree>
    <p:extLst>
      <p:ext uri="{BB962C8B-B14F-4D97-AF65-F5344CB8AC3E}">
        <p14:creationId xmlns:p14="http://schemas.microsoft.com/office/powerpoint/2010/main" val="227852978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EDE75-FCA8-CD03-3A89-FCD73B47D6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734338-A98D-28DE-3877-00F57DA00604}"/>
              </a:ext>
            </a:extLst>
          </p:cNvPr>
          <p:cNvSpPr>
            <a:spLocks noGrp="1" noRot="1" noChangeAspect="1"/>
          </p:cNvSpPr>
          <p:nvPr>
            <p:ph type="sldImg"/>
          </p:nvPr>
        </p:nvSpPr>
        <p:spPr>
          <a:xfrm>
            <a:off x="139700" y="768350"/>
            <a:ext cx="6819900" cy="3836988"/>
          </a:xfrm>
        </p:spPr>
      </p:sp>
      <p:sp>
        <p:nvSpPr>
          <p:cNvPr id="3" name="Marcador de notas 2">
            <a:extLst>
              <a:ext uri="{FF2B5EF4-FFF2-40B4-BE49-F238E27FC236}">
                <a16:creationId xmlns:a16="http://schemas.microsoft.com/office/drawing/2014/main" id="{44E96473-EFB4-0B99-B036-CA0524F98C2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714182C-F4C0-5401-8DCD-2B55F12D03CF}"/>
              </a:ext>
            </a:extLst>
          </p:cNvPr>
          <p:cNvSpPr>
            <a:spLocks noGrp="1"/>
          </p:cNvSpPr>
          <p:nvPr>
            <p:ph type="sldNum" sz="quarter" idx="10"/>
          </p:nvPr>
        </p:nvSpPr>
        <p:spPr/>
        <p:txBody>
          <a:bodyPr/>
          <a:lstStyle/>
          <a:p>
            <a:pPr>
              <a:defRPr/>
            </a:pPr>
            <a:fld id="{B0B13763-03A2-4D17-802C-7944A2FD1815}" type="slidenum">
              <a:rPr lang="es-ES" smtClean="0"/>
              <a:pPr>
                <a:defRPr/>
              </a:pPr>
              <a:t>74</a:t>
            </a:fld>
            <a:endParaRPr lang="es-ES" dirty="0"/>
          </a:p>
        </p:txBody>
      </p:sp>
    </p:spTree>
    <p:extLst>
      <p:ext uri="{BB962C8B-B14F-4D97-AF65-F5344CB8AC3E}">
        <p14:creationId xmlns:p14="http://schemas.microsoft.com/office/powerpoint/2010/main" val="768602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5" name="4 Rectángulo"/>
          <p:cNvSpPr/>
          <p:nvPr userDrawn="1"/>
        </p:nvSpPr>
        <p:spPr>
          <a:xfrm>
            <a:off x="828113" y="13648"/>
            <a:ext cx="11328000" cy="332656"/>
          </a:xfrm>
          <a:prstGeom prst="rect">
            <a:avLst/>
          </a:prstGeom>
          <a:no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6" name="5 CuadroTexto"/>
          <p:cNvSpPr txBox="1"/>
          <p:nvPr userDrawn="1"/>
        </p:nvSpPr>
        <p:spPr>
          <a:xfrm>
            <a:off x="3119669" y="15144"/>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a:t>Problem  statement</a:t>
            </a:r>
          </a:p>
        </p:txBody>
      </p:sp>
      <p:sp>
        <p:nvSpPr>
          <p:cNvPr id="7" name="6 CuadroTexto"/>
          <p:cNvSpPr txBox="1"/>
          <p:nvPr userDrawn="1"/>
        </p:nvSpPr>
        <p:spPr>
          <a:xfrm>
            <a:off x="5383285" y="13649"/>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Proposal</a:t>
            </a:r>
          </a:p>
        </p:txBody>
      </p:sp>
      <p:sp>
        <p:nvSpPr>
          <p:cNvPr id="8" name="7 CuadroTexto"/>
          <p:cNvSpPr txBox="1"/>
          <p:nvPr userDrawn="1"/>
        </p:nvSpPr>
        <p:spPr>
          <a:xfrm>
            <a:off x="7644871" y="13649"/>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a:t>Experimental Work</a:t>
            </a:r>
          </a:p>
        </p:txBody>
      </p:sp>
      <p:sp>
        <p:nvSpPr>
          <p:cNvPr id="10" name="9 CuadroTexto"/>
          <p:cNvSpPr txBox="1"/>
          <p:nvPr userDrawn="1"/>
        </p:nvSpPr>
        <p:spPr>
          <a:xfrm>
            <a:off x="851532" y="13649"/>
            <a:ext cx="2256000" cy="276999"/>
          </a:xfrm>
          <a:prstGeom prst="rect">
            <a:avLst/>
          </a:prstGeom>
          <a:solidFill>
            <a:schemeClr val="accent6">
              <a:lumMod val="60000"/>
              <a:lumOff val="40000"/>
            </a:schemeClr>
          </a:solidFill>
          <a:ln>
            <a:solidFill>
              <a:schemeClr val="accent6">
                <a:lumMod val="60000"/>
                <a:lumOff val="40000"/>
              </a:schemeClr>
            </a:solidFill>
          </a:ln>
        </p:spPr>
        <p:txBody>
          <a:bodyPr vert="horz" wrap="square" rtlCol="0">
            <a:spAutoFit/>
          </a:bodyPr>
          <a:lstStyle/>
          <a:p>
            <a:pPr algn="ctr"/>
            <a:r>
              <a:rPr lang="en-US" sz="1200" noProof="0" dirty="0"/>
              <a:t>Concepts</a:t>
            </a:r>
          </a:p>
        </p:txBody>
      </p:sp>
      <p:sp>
        <p:nvSpPr>
          <p:cNvPr id="9" name="8 CuadroTexto"/>
          <p:cNvSpPr txBox="1"/>
          <p:nvPr userDrawn="1"/>
        </p:nvSpPr>
        <p:spPr>
          <a:xfrm>
            <a:off x="9895021" y="11287"/>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Conclusions</a:t>
            </a:r>
          </a:p>
        </p:txBody>
      </p:sp>
      <p:sp>
        <p:nvSpPr>
          <p:cNvPr id="13"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14"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9" name="8 Rectángulo"/>
          <p:cNvSpPr/>
          <p:nvPr userDrawn="1"/>
        </p:nvSpPr>
        <p:spPr>
          <a:xfrm>
            <a:off x="828113" y="13648"/>
            <a:ext cx="11328000" cy="332656"/>
          </a:xfrm>
          <a:prstGeom prst="rect">
            <a:avLst/>
          </a:prstGeom>
          <a:no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 name="10 CuadroTexto"/>
          <p:cNvSpPr txBox="1"/>
          <p:nvPr userDrawn="1"/>
        </p:nvSpPr>
        <p:spPr>
          <a:xfrm>
            <a:off x="3119669" y="15144"/>
            <a:ext cx="2256000" cy="276999"/>
          </a:xfrm>
          <a:prstGeom prst="rect">
            <a:avLst/>
          </a:prstGeom>
          <a:solidFill>
            <a:schemeClr val="accent6">
              <a:lumMod val="60000"/>
              <a:lumOff val="40000"/>
            </a:schemeClr>
          </a:solid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a:solidFill>
                  <a:schemeClr val="tx1"/>
                </a:solidFill>
                <a:latin typeface="Arial" pitchFamily="34" charset="0"/>
                <a:ea typeface="+mn-ea"/>
                <a:cs typeface="Arial" pitchFamily="34" charset="0"/>
              </a:rPr>
              <a:t>Problem  statement</a:t>
            </a:r>
          </a:p>
        </p:txBody>
      </p:sp>
      <p:sp>
        <p:nvSpPr>
          <p:cNvPr id="12" name="11 CuadroTexto"/>
          <p:cNvSpPr txBox="1"/>
          <p:nvPr userDrawn="1"/>
        </p:nvSpPr>
        <p:spPr>
          <a:xfrm>
            <a:off x="5383285" y="13649"/>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Proposal</a:t>
            </a:r>
          </a:p>
        </p:txBody>
      </p:sp>
      <p:sp>
        <p:nvSpPr>
          <p:cNvPr id="13" name="12 CuadroTexto"/>
          <p:cNvSpPr txBox="1"/>
          <p:nvPr userDrawn="1"/>
        </p:nvSpPr>
        <p:spPr>
          <a:xfrm>
            <a:off x="7644871" y="13649"/>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a:t>Experimental Work</a:t>
            </a:r>
          </a:p>
        </p:txBody>
      </p:sp>
      <p:sp>
        <p:nvSpPr>
          <p:cNvPr id="14" name="13 CuadroTexto"/>
          <p:cNvSpPr txBox="1"/>
          <p:nvPr userDrawn="1"/>
        </p:nvSpPr>
        <p:spPr>
          <a:xfrm>
            <a:off x="851532"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Concepts</a:t>
            </a:r>
          </a:p>
        </p:txBody>
      </p:sp>
      <p:sp>
        <p:nvSpPr>
          <p:cNvPr id="15" name="14 CuadroTexto"/>
          <p:cNvSpPr txBox="1"/>
          <p:nvPr userDrawn="1"/>
        </p:nvSpPr>
        <p:spPr>
          <a:xfrm>
            <a:off x="9895021" y="11287"/>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Conclusions</a:t>
            </a:r>
          </a:p>
        </p:txBody>
      </p:sp>
      <p:sp>
        <p:nvSpPr>
          <p:cNvPr id="18"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19"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9" name="8 Rectángulo"/>
          <p:cNvSpPr/>
          <p:nvPr userDrawn="1"/>
        </p:nvSpPr>
        <p:spPr>
          <a:xfrm>
            <a:off x="828113" y="13648"/>
            <a:ext cx="11328000" cy="332656"/>
          </a:xfrm>
          <a:prstGeom prst="rect">
            <a:avLst/>
          </a:prstGeom>
          <a:no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 name="10 CuadroTexto"/>
          <p:cNvSpPr txBox="1"/>
          <p:nvPr userDrawn="1"/>
        </p:nvSpPr>
        <p:spPr>
          <a:xfrm>
            <a:off x="3119669" y="15144"/>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a:t>Problem  statement</a:t>
            </a:r>
          </a:p>
        </p:txBody>
      </p:sp>
      <p:sp>
        <p:nvSpPr>
          <p:cNvPr id="12" name="11 CuadroTexto"/>
          <p:cNvSpPr txBox="1"/>
          <p:nvPr userDrawn="1"/>
        </p:nvSpPr>
        <p:spPr>
          <a:xfrm>
            <a:off x="5383285" y="13649"/>
            <a:ext cx="2256000" cy="276999"/>
          </a:xfrm>
          <a:prstGeom prst="rect">
            <a:avLst/>
          </a:prstGeom>
          <a:solidFill>
            <a:schemeClr val="accent6">
              <a:lumMod val="60000"/>
              <a:lumOff val="40000"/>
            </a:schemeClr>
          </a:solid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Proposal</a:t>
            </a:r>
          </a:p>
        </p:txBody>
      </p:sp>
      <p:sp>
        <p:nvSpPr>
          <p:cNvPr id="13" name="12 CuadroTexto"/>
          <p:cNvSpPr txBox="1"/>
          <p:nvPr userDrawn="1"/>
        </p:nvSpPr>
        <p:spPr>
          <a:xfrm>
            <a:off x="7644871" y="13649"/>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a:t>Experimental Work</a:t>
            </a:r>
          </a:p>
        </p:txBody>
      </p:sp>
      <p:sp>
        <p:nvSpPr>
          <p:cNvPr id="14" name="13 CuadroTexto"/>
          <p:cNvSpPr txBox="1"/>
          <p:nvPr userDrawn="1"/>
        </p:nvSpPr>
        <p:spPr>
          <a:xfrm>
            <a:off x="851532"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Concepts</a:t>
            </a:r>
          </a:p>
        </p:txBody>
      </p:sp>
      <p:sp>
        <p:nvSpPr>
          <p:cNvPr id="15" name="14 CuadroTexto"/>
          <p:cNvSpPr txBox="1"/>
          <p:nvPr userDrawn="1"/>
        </p:nvSpPr>
        <p:spPr>
          <a:xfrm>
            <a:off x="9895021" y="11287"/>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Conclusions</a:t>
            </a:r>
          </a:p>
        </p:txBody>
      </p:sp>
      <p:sp>
        <p:nvSpPr>
          <p:cNvPr id="16"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17"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9" name="8 Rectángulo"/>
          <p:cNvSpPr/>
          <p:nvPr userDrawn="1"/>
        </p:nvSpPr>
        <p:spPr>
          <a:xfrm>
            <a:off x="828113" y="13648"/>
            <a:ext cx="11328000" cy="332656"/>
          </a:xfrm>
          <a:prstGeom prst="rect">
            <a:avLst/>
          </a:prstGeom>
          <a:no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 name="10 CuadroTexto"/>
          <p:cNvSpPr txBox="1"/>
          <p:nvPr userDrawn="1"/>
        </p:nvSpPr>
        <p:spPr>
          <a:xfrm>
            <a:off x="3119669" y="15144"/>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Problem  statement</a:t>
            </a:r>
          </a:p>
        </p:txBody>
      </p:sp>
      <p:sp>
        <p:nvSpPr>
          <p:cNvPr id="12" name="11 CuadroTexto"/>
          <p:cNvSpPr txBox="1"/>
          <p:nvPr userDrawn="1"/>
        </p:nvSpPr>
        <p:spPr>
          <a:xfrm>
            <a:off x="5383285"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Proposal</a:t>
            </a:r>
          </a:p>
        </p:txBody>
      </p:sp>
      <p:sp>
        <p:nvSpPr>
          <p:cNvPr id="13" name="12 CuadroTexto"/>
          <p:cNvSpPr txBox="1"/>
          <p:nvPr userDrawn="1"/>
        </p:nvSpPr>
        <p:spPr>
          <a:xfrm>
            <a:off x="7644871" y="13649"/>
            <a:ext cx="2256000" cy="276999"/>
          </a:xfrm>
          <a:prstGeom prst="rect">
            <a:avLst/>
          </a:prstGeom>
          <a:solidFill>
            <a:schemeClr val="accent6">
              <a:lumMod val="60000"/>
              <a:lumOff val="40000"/>
            </a:schemeClr>
          </a:solid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a:solidFill>
                  <a:schemeClr val="tx1"/>
                </a:solidFill>
                <a:latin typeface="Arial" pitchFamily="34" charset="0"/>
                <a:ea typeface="+mn-ea"/>
                <a:cs typeface="Arial" pitchFamily="34" charset="0"/>
              </a:rPr>
              <a:t>Experimental Work</a:t>
            </a:r>
          </a:p>
        </p:txBody>
      </p:sp>
      <p:sp>
        <p:nvSpPr>
          <p:cNvPr id="14" name="13 CuadroTexto"/>
          <p:cNvSpPr txBox="1"/>
          <p:nvPr userDrawn="1"/>
        </p:nvSpPr>
        <p:spPr>
          <a:xfrm>
            <a:off x="851532"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Concepts</a:t>
            </a:r>
          </a:p>
        </p:txBody>
      </p:sp>
      <p:sp>
        <p:nvSpPr>
          <p:cNvPr id="15" name="14 CuadroTexto"/>
          <p:cNvSpPr txBox="1"/>
          <p:nvPr userDrawn="1"/>
        </p:nvSpPr>
        <p:spPr>
          <a:xfrm>
            <a:off x="9895021" y="11287"/>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Conclusions</a:t>
            </a:r>
          </a:p>
        </p:txBody>
      </p:sp>
      <p:sp>
        <p:nvSpPr>
          <p:cNvPr id="18"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19"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8" name="7 Rectángulo"/>
          <p:cNvSpPr/>
          <p:nvPr userDrawn="1"/>
        </p:nvSpPr>
        <p:spPr>
          <a:xfrm>
            <a:off x="828113" y="13648"/>
            <a:ext cx="11328000" cy="332656"/>
          </a:xfrm>
          <a:prstGeom prst="rect">
            <a:avLst/>
          </a:prstGeom>
          <a:noFill/>
          <a:ln>
            <a:solidFill>
              <a:schemeClr val="accent6">
                <a:lumMod val="60000"/>
                <a:lumOff val="4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9" name="8 CuadroTexto"/>
          <p:cNvSpPr txBox="1"/>
          <p:nvPr userDrawn="1"/>
        </p:nvSpPr>
        <p:spPr>
          <a:xfrm>
            <a:off x="3119669" y="15144"/>
            <a:ext cx="2256000" cy="276999"/>
          </a:xfrm>
          <a:prstGeom prst="rect">
            <a:avLst/>
          </a:prstGeom>
          <a:noFill/>
          <a:ln>
            <a:solidFill>
              <a:schemeClr val="accent6">
                <a:lumMod val="60000"/>
                <a:lumOff val="40000"/>
              </a:schemeClr>
            </a:solidFill>
          </a:ln>
        </p:spPr>
        <p:txBody>
          <a:bodyPr vert="horz" wrap="square" rtlCol="0">
            <a:spAutoFit/>
          </a:bodyPr>
          <a:lstStyle/>
          <a:p>
            <a:pPr algn="ctr"/>
            <a:r>
              <a:rPr lang="en-US" sz="1200" noProof="0" dirty="0"/>
              <a:t>Problem  statement</a:t>
            </a:r>
          </a:p>
        </p:txBody>
      </p:sp>
      <p:sp>
        <p:nvSpPr>
          <p:cNvPr id="10" name="9 CuadroTexto"/>
          <p:cNvSpPr txBox="1"/>
          <p:nvPr userDrawn="1"/>
        </p:nvSpPr>
        <p:spPr>
          <a:xfrm>
            <a:off x="5383285"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Proposal</a:t>
            </a:r>
          </a:p>
        </p:txBody>
      </p:sp>
      <p:sp>
        <p:nvSpPr>
          <p:cNvPr id="11" name="10 CuadroTexto"/>
          <p:cNvSpPr txBox="1"/>
          <p:nvPr userDrawn="1"/>
        </p:nvSpPr>
        <p:spPr>
          <a:xfrm>
            <a:off x="7644871"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a:solidFill>
                  <a:schemeClr val="tx1"/>
                </a:solidFill>
                <a:latin typeface="Arial" pitchFamily="34" charset="0"/>
                <a:ea typeface="+mn-ea"/>
                <a:cs typeface="Arial" pitchFamily="34" charset="0"/>
              </a:rPr>
              <a:t>Experimental Work</a:t>
            </a:r>
          </a:p>
        </p:txBody>
      </p:sp>
      <p:sp>
        <p:nvSpPr>
          <p:cNvPr id="12" name="11 CuadroTexto"/>
          <p:cNvSpPr txBox="1"/>
          <p:nvPr userDrawn="1"/>
        </p:nvSpPr>
        <p:spPr>
          <a:xfrm>
            <a:off x="851532" y="13649"/>
            <a:ext cx="2256000" cy="276999"/>
          </a:xfrm>
          <a:prstGeom prst="rect">
            <a:avLst/>
          </a:prstGeom>
          <a:no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Concepts</a:t>
            </a:r>
          </a:p>
        </p:txBody>
      </p:sp>
      <p:sp>
        <p:nvSpPr>
          <p:cNvPr id="13" name="12 CuadroTexto"/>
          <p:cNvSpPr txBox="1"/>
          <p:nvPr userDrawn="1"/>
        </p:nvSpPr>
        <p:spPr>
          <a:xfrm>
            <a:off x="9895021" y="11287"/>
            <a:ext cx="2256000" cy="276999"/>
          </a:xfrm>
          <a:prstGeom prst="rect">
            <a:avLst/>
          </a:prstGeom>
          <a:solidFill>
            <a:schemeClr val="accent6">
              <a:lumMod val="60000"/>
              <a:lumOff val="40000"/>
            </a:schemeClr>
          </a:solidFill>
          <a:ln>
            <a:solidFill>
              <a:schemeClr val="accent6">
                <a:lumMod val="60000"/>
                <a:lumOff val="40000"/>
              </a:schemeClr>
            </a:solidFill>
          </a:ln>
        </p:spPr>
        <p:txBody>
          <a:bodyPr vert="horz" wrap="square" rtlCol="0">
            <a:spAutoFit/>
          </a:bodyPr>
          <a:lstStyle/>
          <a:p>
            <a:pPr algn="ctr" rtl="0" fontAlgn="base">
              <a:spcBef>
                <a:spcPct val="0"/>
              </a:spcBef>
              <a:spcAft>
                <a:spcPct val="0"/>
              </a:spcAft>
            </a:pPr>
            <a:r>
              <a:rPr lang="en-US" sz="1200" kern="1200" noProof="0" dirty="0">
                <a:solidFill>
                  <a:schemeClr val="tx1"/>
                </a:solidFill>
                <a:latin typeface="Arial" pitchFamily="34" charset="0"/>
                <a:ea typeface="+mn-ea"/>
                <a:cs typeface="Arial" pitchFamily="34" charset="0"/>
              </a:rPr>
              <a:t>Conclusions</a:t>
            </a:r>
          </a:p>
        </p:txBody>
      </p:sp>
      <p:sp>
        <p:nvSpPr>
          <p:cNvPr id="16"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17"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sp>
        <p:nvSpPr>
          <p:cNvPr id="4"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5"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609600" y="1600201"/>
            <a:ext cx="109728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5"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10" cstate="print"/>
          <a:srcRect/>
          <a:stretch>
            <a:fillRect/>
          </a:stretch>
        </p:blipFill>
        <p:spPr bwMode="auto">
          <a:xfrm>
            <a:off x="0" y="0"/>
            <a:ext cx="660400" cy="6858000"/>
          </a:xfrm>
          <a:prstGeom prst="rect">
            <a:avLst/>
          </a:prstGeom>
          <a:noFill/>
          <a:ln w="9525">
            <a:noFill/>
            <a:miter lim="800000"/>
            <a:headEnd/>
            <a:tailEnd/>
          </a:ln>
          <a:effectLst/>
        </p:spPr>
      </p:pic>
      <p:sp>
        <p:nvSpPr>
          <p:cNvPr id="6" name="2 Marcador de pie de página"/>
          <p:cNvSpPr>
            <a:spLocks noGrp="1"/>
          </p:cNvSpPr>
          <p:nvPr>
            <p:ph type="ftr" sz="quarter" idx="3"/>
          </p:nvPr>
        </p:nvSpPr>
        <p:spPr>
          <a:xfrm>
            <a:off x="545579" y="6463217"/>
            <a:ext cx="10369152" cy="365125"/>
          </a:xfrm>
          <a:prstGeom prst="rect">
            <a:avLst/>
          </a:prstGeom>
        </p:spPr>
        <p:txBody>
          <a:bodyPr/>
          <a:lstStyle>
            <a:lvl1pPr marL="0" marR="0" indent="0" algn="ctr" defTabSz="914400" rtl="0" eaLnBrk="1" fontAlgn="base" latinLnBrk="0" hangingPunct="1">
              <a:lnSpc>
                <a:spcPct val="100000"/>
              </a:lnSpc>
              <a:spcBef>
                <a:spcPct val="0"/>
              </a:spcBef>
              <a:spcAft>
                <a:spcPct val="0"/>
              </a:spcAft>
              <a:buClrTx/>
              <a:buSzTx/>
              <a:buFontTx/>
              <a:buNone/>
              <a:tabLst/>
              <a:defRPr lang="en-US" sz="1200" b="0" smtClean="0"/>
            </a:lvl1pPr>
          </a:lstStyle>
          <a:p>
            <a:r>
              <a:rPr lang="en-US" dirty="0"/>
              <a:t>Learning Objects Repository Management using an Adaptive Quality Evaluation Multi-Agent System</a:t>
            </a:r>
          </a:p>
        </p:txBody>
      </p:sp>
      <p:sp>
        <p:nvSpPr>
          <p:cNvPr id="7" name="3 Marcador de número de diapositiva"/>
          <p:cNvSpPr>
            <a:spLocks noGrp="1"/>
          </p:cNvSpPr>
          <p:nvPr>
            <p:ph type="sldNum" sz="quarter" idx="4"/>
          </p:nvPr>
        </p:nvSpPr>
        <p:spPr>
          <a:xfrm>
            <a:off x="10952405" y="6465535"/>
            <a:ext cx="877888" cy="365125"/>
          </a:xfrm>
          <a:prstGeom prst="rect">
            <a:avLst/>
          </a:prstGeom>
        </p:spPr>
        <p:txBody>
          <a:bodyPr/>
          <a:lstStyle>
            <a:lvl1pPr marL="0" marR="0" indent="0" algn="r" defTabSz="914400" rtl="0" eaLnBrk="1" fontAlgn="base" latinLnBrk="0" hangingPunct="1">
              <a:lnSpc>
                <a:spcPct val="100000"/>
              </a:lnSpc>
              <a:spcBef>
                <a:spcPct val="0"/>
              </a:spcBef>
              <a:spcAft>
                <a:spcPct val="0"/>
              </a:spcAft>
              <a:buClrTx/>
              <a:buSzTx/>
              <a:buFontTx/>
              <a:buNone/>
              <a:tabLst/>
              <a:defRPr lang="es-ES" sz="1200" b="0" kern="1200" smtClean="0">
                <a:solidFill>
                  <a:schemeClr val="tx1">
                    <a:tint val="75000"/>
                  </a:schemeClr>
                </a:solidFill>
                <a:latin typeface="Arial" pitchFamily="34" charset="0"/>
                <a:ea typeface="+mn-ea"/>
                <a:cs typeface="Arial" pitchFamily="34" charset="0"/>
              </a:defRPr>
            </a:lvl1pPr>
          </a:lstStyle>
          <a:p>
            <a:fld id="{12553121-E85E-4DD7-A867-B2A90043C643}"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959" r:id="rId1"/>
    <p:sldLayoutId id="2147483962" r:id="rId2"/>
    <p:sldLayoutId id="2147483965" r:id="rId3"/>
    <p:sldLayoutId id="2147483966" r:id="rId4"/>
    <p:sldLayoutId id="2147483967" r:id="rId5"/>
    <p:sldLayoutId id="2147483956" r:id="rId6"/>
    <p:sldLayoutId id="2147483960" r:id="rId7"/>
    <p:sldLayoutId id="2147483957" r:id="rId8"/>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hyperlink" Target="http://localhost:8000/api/products" TargetMode="External"/><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hyperlink" Target="http://localhost:8000/api/products/1" TargetMode="External"/><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3.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Grp="1" noChangeArrowheads="1"/>
          </p:cNvSpPr>
          <p:nvPr>
            <p:ph type="ctrTitle" idx="4294967295"/>
          </p:nvPr>
        </p:nvSpPr>
        <p:spPr bwMode="auto">
          <a:xfrm>
            <a:off x="2207568" y="908720"/>
            <a:ext cx="8208912" cy="1851099"/>
          </a:xfrm>
          <a:prstGeom prst="rect">
            <a:avLst/>
          </a:prstGeom>
          <a:noFill/>
          <a:ln>
            <a:miter lim="800000"/>
            <a:headEnd/>
            <a:tailEnd/>
          </a:ln>
        </p:spPr>
        <p:txBody>
          <a:bodyPr/>
          <a:lstStyle/>
          <a:p>
            <a:r>
              <a:rPr lang="es-CO" sz="4800" b="1" dirty="0">
                <a:effectLst>
                  <a:outerShdw blurRad="38100" dist="38100" dir="2700000" algn="tl">
                    <a:srgbClr val="000000">
                      <a:alpha val="43137"/>
                    </a:srgbClr>
                  </a:outerShdw>
                </a:effectLst>
              </a:rPr>
              <a:t>MÓDULO 1</a:t>
            </a:r>
            <a:endParaRPr lang="en-US" sz="4800" b="1" dirty="0">
              <a:effectLst>
                <a:outerShdw blurRad="38100" dist="38100" dir="2700000" algn="tl">
                  <a:srgbClr val="000000">
                    <a:alpha val="43137"/>
                  </a:srgbClr>
                </a:outerShdw>
              </a:effectLst>
            </a:endParaRPr>
          </a:p>
        </p:txBody>
      </p:sp>
      <p:sp>
        <p:nvSpPr>
          <p:cNvPr id="9" name="Rectangle 4"/>
          <p:cNvSpPr txBox="1">
            <a:spLocks noChangeArrowheads="1"/>
          </p:cNvSpPr>
          <p:nvPr/>
        </p:nvSpPr>
        <p:spPr bwMode="auto">
          <a:xfrm>
            <a:off x="2207568" y="3356993"/>
            <a:ext cx="8208912" cy="1851099"/>
          </a:xfrm>
          <a:prstGeom prst="rect">
            <a:avLst/>
          </a:prstGeom>
          <a:noFill/>
          <a:ln>
            <a:miter lim="800000"/>
            <a:headEnd/>
            <a:tailEnd/>
          </a:ln>
        </p:spPr>
        <p:txBody>
          <a:bodyPr/>
          <a:lstStyle/>
          <a:p>
            <a:pPr algn="ctr" eaLnBrk="0" hangingPunct="0">
              <a:defRPr/>
            </a:pPr>
            <a:r>
              <a:rPr lang="en-US" sz="2800" dirty="0">
                <a:effectLst>
                  <a:outerShdw blurRad="38100" dist="38100" dir="2700000" algn="tl">
                    <a:srgbClr val="000000">
                      <a:alpha val="43137"/>
                    </a:srgbClr>
                  </a:outerShdw>
                </a:effectLst>
                <a:latin typeface="+mj-lt"/>
                <a:ea typeface="+mj-ea"/>
                <a:cs typeface="+mj-cs"/>
              </a:rPr>
              <a:t>INGENIERÍA DE SOFTWARE I</a:t>
            </a: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r>
              <a:rPr lang="en-US" sz="2800" dirty="0">
                <a:effectLst>
                  <a:outerShdw blurRad="38100" dist="38100" dir="2700000" algn="tl">
                    <a:srgbClr val="000000">
                      <a:alpha val="43137"/>
                    </a:srgbClr>
                  </a:outerShdw>
                </a:effectLst>
                <a:latin typeface="+mj-lt"/>
                <a:ea typeface="+mj-ea"/>
                <a:cs typeface="+mj-cs"/>
              </a:rPr>
              <a:t>Albeiro Montes</a:t>
            </a:r>
          </a:p>
        </p:txBody>
      </p:sp>
      <p:pic>
        <p:nvPicPr>
          <p:cNvPr id="2" name="Imagen 1"/>
          <p:cNvPicPr>
            <a:picLocks noChangeAspect="1"/>
          </p:cNvPicPr>
          <p:nvPr/>
        </p:nvPicPr>
        <p:blipFill>
          <a:blip r:embed="rId3"/>
          <a:stretch>
            <a:fillRect/>
          </a:stretch>
        </p:blipFill>
        <p:spPr>
          <a:xfrm>
            <a:off x="7104112" y="5405610"/>
            <a:ext cx="2160240" cy="1119773"/>
          </a:xfrm>
          <a:prstGeom prst="rect">
            <a:avLst/>
          </a:prstGeom>
        </p:spPr>
      </p:pic>
      <p:pic>
        <p:nvPicPr>
          <p:cNvPr id="6" name="Picture 2" descr="Universidad Nacional (OCA-IDEA-UN)">
            <a:extLst>
              <a:ext uri="{FF2B5EF4-FFF2-40B4-BE49-F238E27FC236}">
                <a16:creationId xmlns:a16="http://schemas.microsoft.com/office/drawing/2014/main" id="{8920FDBF-78C7-41EE-ABBC-1ACBDD1E52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8" y="5330959"/>
            <a:ext cx="2667280" cy="121891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D70D1144-93BF-457F-923B-ACE196648AE8}"/>
              </a:ext>
            </a:extLst>
          </p:cNvPr>
          <p:cNvSpPr txBox="1"/>
          <p:nvPr/>
        </p:nvSpPr>
        <p:spPr>
          <a:xfrm>
            <a:off x="2220496" y="2104299"/>
            <a:ext cx="8208912" cy="523220"/>
          </a:xfrm>
          <a:prstGeom prst="rect">
            <a:avLst/>
          </a:prstGeom>
          <a:noFill/>
        </p:spPr>
        <p:txBody>
          <a:bodyPr wrap="square" rtlCol="0">
            <a:spAutoFit/>
          </a:bodyPr>
          <a:lstStyle/>
          <a:p>
            <a:pPr algn="ctr"/>
            <a:r>
              <a:rPr lang="es-CO" sz="2800" b="1" dirty="0"/>
              <a:t>Ciclo de Vida del Software</a:t>
            </a:r>
          </a:p>
        </p:txBody>
      </p:sp>
    </p:spTree>
    <p:extLst>
      <p:ext uri="{BB962C8B-B14F-4D97-AF65-F5344CB8AC3E}">
        <p14:creationId xmlns:p14="http://schemas.microsoft.com/office/powerpoint/2010/main" val="68501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D579EDB3-618E-4414-9240-0583114D5988}"/>
              </a:ext>
            </a:extLst>
          </p:cNvPr>
          <p:cNvSpPr txBox="1"/>
          <p:nvPr/>
        </p:nvSpPr>
        <p:spPr>
          <a:xfrm>
            <a:off x="1127448" y="1412776"/>
            <a:ext cx="10369152" cy="5262979"/>
          </a:xfrm>
          <a:prstGeom prst="rect">
            <a:avLst/>
          </a:prstGeom>
          <a:noFill/>
        </p:spPr>
        <p:txBody>
          <a:bodyPr wrap="square" rtlCol="0">
            <a:spAutoFit/>
          </a:bodyPr>
          <a:lstStyle/>
          <a:p>
            <a:pPr algn="just"/>
            <a:r>
              <a:rPr lang="es-ES" sz="2800" dirty="0"/>
              <a:t>El ciclo de vida del software es un conjunto de fases que abarca desde el nacimiento de una idea hasta la retirada del software del mercado. Asegura que el desarrollo siga un camino lógico y estructurado.</a:t>
            </a:r>
          </a:p>
          <a:p>
            <a:pPr algn="just"/>
            <a:endParaRPr lang="es-ES" sz="2800" dirty="0"/>
          </a:p>
          <a:p>
            <a:pPr algn="just"/>
            <a:r>
              <a:rPr lang="es-ES" sz="2800" b="1" dirty="0"/>
              <a:t>Fases principales del ciclo de vida </a:t>
            </a:r>
            <a:r>
              <a:rPr lang="es-ES" sz="2800" b="1"/>
              <a:t>del software:</a:t>
            </a:r>
            <a:endParaRPr lang="es-ES" sz="2800" b="1" dirty="0"/>
          </a:p>
          <a:p>
            <a:pPr algn="just"/>
            <a:endParaRPr lang="es-ES" sz="2800" b="1" dirty="0"/>
          </a:p>
          <a:p>
            <a:pPr marL="457200" indent="-457200" algn="just">
              <a:buFont typeface="Arial" panose="020B0604020202020204" pitchFamily="34" charset="0"/>
              <a:buChar char="•"/>
            </a:pPr>
            <a:r>
              <a:rPr lang="es-ES" sz="2800" dirty="0"/>
              <a:t>Análisis</a:t>
            </a:r>
          </a:p>
          <a:p>
            <a:pPr marL="457200" indent="-457200" algn="just">
              <a:buFont typeface="Arial" panose="020B0604020202020204" pitchFamily="34" charset="0"/>
              <a:buChar char="•"/>
            </a:pPr>
            <a:r>
              <a:rPr lang="es-ES" sz="2800" dirty="0"/>
              <a:t>Diseño</a:t>
            </a:r>
          </a:p>
          <a:p>
            <a:pPr marL="457200" indent="-457200" algn="just">
              <a:buFont typeface="Arial" panose="020B0604020202020204" pitchFamily="34" charset="0"/>
              <a:buChar char="•"/>
            </a:pPr>
            <a:r>
              <a:rPr lang="es-ES" sz="2800" dirty="0"/>
              <a:t>Pruebas</a:t>
            </a:r>
          </a:p>
          <a:p>
            <a:pPr marL="457200" indent="-457200" algn="just">
              <a:buFont typeface="Arial" panose="020B0604020202020204" pitchFamily="34" charset="0"/>
              <a:buChar char="•"/>
            </a:pPr>
            <a:r>
              <a:rPr lang="es-ES" sz="2800" dirty="0"/>
              <a:t>Despliegue</a:t>
            </a:r>
          </a:p>
          <a:p>
            <a:pPr marL="457200" indent="-457200" algn="just">
              <a:buFont typeface="Arial" panose="020B0604020202020204" pitchFamily="34" charset="0"/>
              <a:buChar char="•"/>
            </a:pPr>
            <a:r>
              <a:rPr lang="es-ES" sz="2800" dirty="0"/>
              <a:t>Mantenimiento y actualización</a:t>
            </a:r>
          </a:p>
        </p:txBody>
      </p:sp>
    </p:spTree>
    <p:extLst>
      <p:ext uri="{BB962C8B-B14F-4D97-AF65-F5344CB8AC3E}">
        <p14:creationId xmlns:p14="http://schemas.microsoft.com/office/powerpoint/2010/main" val="238778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DC6A-D93A-482C-27CF-F9E75617EE77}"/>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7AEF051F-7E8C-6785-F3E4-663E4739D29B}"/>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E08C096F-49CA-B183-9A14-BEE6C7B0815C}"/>
              </a:ext>
            </a:extLst>
          </p:cNvPr>
          <p:cNvSpPr txBox="1"/>
          <p:nvPr/>
        </p:nvSpPr>
        <p:spPr>
          <a:xfrm>
            <a:off x="693174" y="1340768"/>
            <a:ext cx="10873208" cy="5632311"/>
          </a:xfrm>
          <a:prstGeom prst="rect">
            <a:avLst/>
          </a:prstGeom>
          <a:noFill/>
        </p:spPr>
        <p:txBody>
          <a:bodyPr wrap="square" rtlCol="0">
            <a:spAutoFit/>
          </a:bodyPr>
          <a:lstStyle/>
          <a:p>
            <a:pPr algn="just"/>
            <a:r>
              <a:rPr lang="es-ES" sz="2800" b="1" dirty="0"/>
              <a:t>Fases Principales</a:t>
            </a:r>
          </a:p>
          <a:p>
            <a:pPr algn="just"/>
            <a:endParaRPr lang="es-ES" sz="2800" b="1" dirty="0"/>
          </a:p>
          <a:p>
            <a:pPr marL="342900" indent="-342900" algn="just">
              <a:buFont typeface="Arial" panose="020B0604020202020204" pitchFamily="34" charset="0"/>
              <a:buChar char="•"/>
            </a:pPr>
            <a:r>
              <a:rPr lang="es-ES" sz="2300" b="1" dirty="0"/>
              <a:t>Análisis y levantamiento de requerimientos:  </a:t>
            </a:r>
            <a:r>
              <a:rPr lang="es-ES" sz="2300" dirty="0"/>
              <a:t>Se identifican las necesidades del usuario y las especificaciones del software.</a:t>
            </a:r>
          </a:p>
          <a:p>
            <a:pPr marL="342900" indent="-342900" algn="just">
              <a:buFont typeface="Arial" panose="020B0604020202020204" pitchFamily="34" charset="0"/>
              <a:buChar char="•"/>
            </a:pPr>
            <a:r>
              <a:rPr lang="es-ES" sz="2300" b="1" dirty="0"/>
              <a:t>Diseño: </a:t>
            </a:r>
            <a:r>
              <a:rPr lang="es-ES" sz="2300" dirty="0"/>
              <a:t>Creación de la arquitectura del sistema y planificación detallada de cada módulo.</a:t>
            </a:r>
          </a:p>
          <a:p>
            <a:pPr marL="342900" indent="-342900" algn="just">
              <a:buFont typeface="Arial" panose="020B0604020202020204" pitchFamily="34" charset="0"/>
              <a:buChar char="•"/>
            </a:pPr>
            <a:r>
              <a:rPr lang="es-ES" sz="2300" b="1" dirty="0"/>
              <a:t>Desarrollo e implementación: </a:t>
            </a:r>
            <a:r>
              <a:rPr lang="es-ES" sz="2300" dirty="0"/>
              <a:t>Programación del software, pruebas unitarias, e integración de componentes.</a:t>
            </a:r>
          </a:p>
          <a:p>
            <a:pPr marL="342900" indent="-342900" algn="just">
              <a:buFont typeface="Arial" panose="020B0604020202020204" pitchFamily="34" charset="0"/>
              <a:buChar char="•"/>
            </a:pPr>
            <a:r>
              <a:rPr lang="es-ES" sz="2300" b="1" dirty="0"/>
              <a:t>Pruebas: </a:t>
            </a:r>
            <a:r>
              <a:rPr lang="es-ES" sz="2300" dirty="0"/>
              <a:t>Verificación de que el software cumple con los requerimientos y está libre de errores críticos.</a:t>
            </a:r>
          </a:p>
          <a:p>
            <a:pPr marL="342900" indent="-342900" algn="just">
              <a:buFont typeface="Arial" panose="020B0604020202020204" pitchFamily="34" charset="0"/>
              <a:buChar char="•"/>
            </a:pPr>
            <a:r>
              <a:rPr lang="es-ES" sz="2300" b="1" dirty="0"/>
              <a:t>Despliegue: </a:t>
            </a:r>
            <a:r>
              <a:rPr lang="es-ES" sz="2300" dirty="0"/>
              <a:t>Lanzamiento del software en el entorno de producción, accesible para los usuarios.</a:t>
            </a:r>
          </a:p>
          <a:p>
            <a:pPr marL="342900" indent="-342900" algn="just">
              <a:buFont typeface="Arial" panose="020B0604020202020204" pitchFamily="34" charset="0"/>
              <a:buChar char="•"/>
            </a:pPr>
            <a:r>
              <a:rPr lang="es-ES" sz="2300" b="1" dirty="0"/>
              <a:t>Mantenimiento y actualización: </a:t>
            </a:r>
            <a:r>
              <a:rPr lang="es-ES" sz="2300" dirty="0"/>
              <a:t>Resolución de errores </a:t>
            </a:r>
            <a:r>
              <a:rPr lang="es-ES" sz="2300" dirty="0" err="1"/>
              <a:t>post-lanzamiento</a:t>
            </a:r>
            <a:r>
              <a:rPr lang="es-ES" sz="2300" dirty="0"/>
              <a:t> y actualización del software para cumplir con nuevas necesidades o mejoras.</a:t>
            </a:r>
          </a:p>
          <a:p>
            <a:pPr algn="just"/>
            <a:endParaRPr lang="es-ES" sz="2800" dirty="0"/>
          </a:p>
        </p:txBody>
      </p:sp>
    </p:spTree>
    <p:extLst>
      <p:ext uri="{BB962C8B-B14F-4D97-AF65-F5344CB8AC3E}">
        <p14:creationId xmlns:p14="http://schemas.microsoft.com/office/powerpoint/2010/main" val="53153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2BEBD-142F-7422-E199-2CFE307BBCAC}"/>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C746BE9B-44F3-E0FE-5A9B-47CD959F86C1}"/>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B3ABC89F-9EA8-3ABA-61EB-C55E6AD0DF33}"/>
              </a:ext>
            </a:extLst>
          </p:cNvPr>
          <p:cNvSpPr txBox="1"/>
          <p:nvPr/>
        </p:nvSpPr>
        <p:spPr>
          <a:xfrm>
            <a:off x="1487488" y="2204864"/>
            <a:ext cx="9577064" cy="2292935"/>
          </a:xfrm>
          <a:prstGeom prst="rect">
            <a:avLst/>
          </a:prstGeom>
          <a:noFill/>
        </p:spPr>
        <p:txBody>
          <a:bodyPr wrap="square" rtlCol="0">
            <a:spAutoFit/>
          </a:bodyPr>
          <a:lstStyle/>
          <a:p>
            <a:pPr algn="just"/>
            <a:r>
              <a:rPr lang="es-ES" sz="2800" b="1" dirty="0"/>
              <a:t>Modelos de Ciclo de Vida</a:t>
            </a:r>
          </a:p>
          <a:p>
            <a:pPr algn="just"/>
            <a:endParaRPr lang="es-ES" sz="2300" dirty="0"/>
          </a:p>
          <a:p>
            <a:pPr marL="457200" indent="-457200" algn="just">
              <a:buFont typeface="Arial" panose="020B0604020202020204" pitchFamily="34" charset="0"/>
              <a:buChar char="•"/>
            </a:pPr>
            <a:r>
              <a:rPr lang="es-ES" sz="2300" dirty="0"/>
              <a:t>Modelo en Cascada.</a:t>
            </a:r>
          </a:p>
          <a:p>
            <a:pPr marL="457200" indent="-457200" algn="just">
              <a:buFont typeface="Arial" panose="020B0604020202020204" pitchFamily="34" charset="0"/>
              <a:buChar char="•"/>
            </a:pPr>
            <a:r>
              <a:rPr lang="es-ES" sz="2300" dirty="0"/>
              <a:t>Modelo Incremental.</a:t>
            </a:r>
          </a:p>
          <a:p>
            <a:pPr marL="457200" indent="-457200" algn="just">
              <a:buFont typeface="Arial" panose="020B0604020202020204" pitchFamily="34" charset="0"/>
              <a:buChar char="•"/>
            </a:pPr>
            <a:r>
              <a:rPr lang="es-ES" sz="2300" dirty="0"/>
              <a:t>Modelo Ágil.</a:t>
            </a:r>
          </a:p>
          <a:p>
            <a:pPr marL="457200" indent="-457200" algn="just">
              <a:buFont typeface="Arial" panose="020B0604020202020204" pitchFamily="34" charset="0"/>
              <a:buChar char="•"/>
            </a:pPr>
            <a:r>
              <a:rPr lang="es-ES" sz="2300" dirty="0"/>
              <a:t>Modelo en Espiral.</a:t>
            </a:r>
          </a:p>
        </p:txBody>
      </p:sp>
    </p:spTree>
    <p:extLst>
      <p:ext uri="{BB962C8B-B14F-4D97-AF65-F5344CB8AC3E}">
        <p14:creationId xmlns:p14="http://schemas.microsoft.com/office/powerpoint/2010/main" val="2679689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5600F-386C-F793-56D9-15A9924129F1}"/>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2CE0C6DE-0540-AE8C-ACA9-DDA5C0BACD4C}"/>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5DC58845-3164-FA86-3FCA-5D49810881FC}"/>
              </a:ext>
            </a:extLst>
          </p:cNvPr>
          <p:cNvSpPr txBox="1"/>
          <p:nvPr/>
        </p:nvSpPr>
        <p:spPr>
          <a:xfrm>
            <a:off x="911424" y="1268760"/>
            <a:ext cx="10873208" cy="5478423"/>
          </a:xfrm>
          <a:prstGeom prst="rect">
            <a:avLst/>
          </a:prstGeom>
          <a:noFill/>
        </p:spPr>
        <p:txBody>
          <a:bodyPr wrap="square" rtlCol="0">
            <a:spAutoFit/>
          </a:bodyPr>
          <a:lstStyle/>
          <a:p>
            <a:pPr algn="just"/>
            <a:r>
              <a:rPr lang="es-ES" sz="2800" b="1" dirty="0"/>
              <a:t>Modelos de Ciclo de Vida</a:t>
            </a:r>
          </a:p>
          <a:p>
            <a:pPr algn="just"/>
            <a:endParaRPr lang="es-ES" sz="2300" dirty="0"/>
          </a:p>
          <a:p>
            <a:pPr marL="457200" indent="-457200" algn="just">
              <a:buFont typeface="Arial" panose="020B0604020202020204" pitchFamily="34" charset="0"/>
              <a:buChar char="•"/>
            </a:pPr>
            <a:r>
              <a:rPr lang="es-ES" sz="2300" b="1" dirty="0"/>
              <a:t>Modelo en Cascada: </a:t>
            </a:r>
            <a:r>
              <a:rPr lang="es-ES" sz="2300" dirty="0"/>
              <a:t>Proceso secuencial, donde cada fase debe completarse antes de pasar a la siguiente. Ideal para proyectos con requerimientos bien definidos desde el inicio.</a:t>
            </a:r>
          </a:p>
          <a:p>
            <a:pPr marL="457200" indent="-457200" algn="just">
              <a:buFont typeface="Arial" panose="020B0604020202020204" pitchFamily="34" charset="0"/>
              <a:buChar char="•"/>
            </a:pPr>
            <a:endParaRPr lang="es-ES" sz="2300" dirty="0"/>
          </a:p>
          <a:p>
            <a:pPr marL="342900" indent="-342900" algn="just">
              <a:buFont typeface="Arial" panose="020B0604020202020204" pitchFamily="34" charset="0"/>
              <a:buChar char="•"/>
            </a:pPr>
            <a:r>
              <a:rPr lang="es-ES" sz="2300" b="1" dirty="0"/>
              <a:t>Ejemplo: </a:t>
            </a:r>
            <a:r>
              <a:rPr lang="es-ES" sz="2300" dirty="0"/>
              <a:t>Desarrollo de un sistema de nómina para una empresa.</a:t>
            </a:r>
          </a:p>
          <a:p>
            <a:pPr algn="just"/>
            <a:endParaRPr lang="es-ES" sz="2300" dirty="0"/>
          </a:p>
          <a:p>
            <a:pPr marL="457200" indent="-457200" algn="just">
              <a:buFont typeface="+mj-lt"/>
              <a:buAutoNum type="arabicPeriod"/>
            </a:pPr>
            <a:r>
              <a:rPr lang="es-ES" sz="2300" dirty="0"/>
              <a:t>En este caso, el sistema de nómina tiene requerimientos bien definidos y estables: cálculo de salarios, gestión de horas extras, retenciones de impuestos, etc.</a:t>
            </a:r>
          </a:p>
          <a:p>
            <a:pPr marL="457200" indent="-457200" algn="just">
              <a:buFont typeface="+mj-lt"/>
              <a:buAutoNum type="arabicPeriod"/>
            </a:pPr>
            <a:r>
              <a:rPr lang="es-ES" sz="2300" dirty="0"/>
              <a:t>Dado que las necesidades son claras desde el principio y es improbable que cambien, el modelo en cascada funciona bien aquí, ya que permite avanzar secuencialmente (recolección de requerimientos → diseño → desarrollo → pruebas → implementación).</a:t>
            </a:r>
          </a:p>
        </p:txBody>
      </p:sp>
    </p:spTree>
    <p:extLst>
      <p:ext uri="{BB962C8B-B14F-4D97-AF65-F5344CB8AC3E}">
        <p14:creationId xmlns:p14="http://schemas.microsoft.com/office/powerpoint/2010/main" val="916444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5DC9E-789E-761E-AA3C-51405486871E}"/>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5D49054A-7ADA-D374-9335-201892ADBDC3}"/>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3AB11564-3506-9E67-0BD3-D4656524DB23}"/>
              </a:ext>
            </a:extLst>
          </p:cNvPr>
          <p:cNvSpPr txBox="1"/>
          <p:nvPr/>
        </p:nvSpPr>
        <p:spPr>
          <a:xfrm>
            <a:off x="911424" y="1268760"/>
            <a:ext cx="10873208" cy="5139869"/>
          </a:xfrm>
          <a:prstGeom prst="rect">
            <a:avLst/>
          </a:prstGeom>
          <a:noFill/>
        </p:spPr>
        <p:txBody>
          <a:bodyPr wrap="square" rtlCol="0">
            <a:spAutoFit/>
          </a:bodyPr>
          <a:lstStyle/>
          <a:p>
            <a:pPr algn="just"/>
            <a:r>
              <a:rPr lang="es-ES" sz="2800" b="1" dirty="0"/>
              <a:t>Modelos de Ciclo de Vida</a:t>
            </a:r>
          </a:p>
          <a:p>
            <a:pPr algn="just"/>
            <a:endParaRPr lang="es-ES" sz="2300" dirty="0"/>
          </a:p>
          <a:p>
            <a:pPr marL="457200" indent="-457200" algn="just">
              <a:buFont typeface="Arial" panose="020B0604020202020204" pitchFamily="34" charset="0"/>
              <a:buChar char="•"/>
            </a:pPr>
            <a:r>
              <a:rPr lang="es-ES" sz="2300" b="1" dirty="0"/>
              <a:t>Modelo Incremental: </a:t>
            </a:r>
            <a:r>
              <a:rPr lang="es-ES" sz="2300" dirty="0"/>
              <a:t>Basado en iteraciones cortas y entregas frecuentes. Promueve la adaptación y el ajuste continuo a los cambios.</a:t>
            </a:r>
          </a:p>
          <a:p>
            <a:pPr algn="just"/>
            <a:endParaRPr lang="es-ES" sz="2300" dirty="0"/>
          </a:p>
          <a:p>
            <a:pPr marL="342900" indent="-342900" algn="just">
              <a:buFont typeface="Arial" panose="020B0604020202020204" pitchFamily="34" charset="0"/>
              <a:buChar char="•"/>
            </a:pPr>
            <a:r>
              <a:rPr lang="es-ES" sz="2300" b="1" dirty="0"/>
              <a:t>Ejemplo: </a:t>
            </a:r>
            <a:r>
              <a:rPr lang="es-ES" sz="2400" dirty="0"/>
              <a:t>Desarrollo de una aplicación móvil de redes sociales</a:t>
            </a:r>
            <a:r>
              <a:rPr lang="es-ES" sz="2300" dirty="0"/>
              <a:t>.</a:t>
            </a:r>
          </a:p>
          <a:p>
            <a:pPr marL="342900" indent="-342900" algn="just">
              <a:buFont typeface="Arial" panose="020B0604020202020204" pitchFamily="34" charset="0"/>
              <a:buChar char="•"/>
            </a:pPr>
            <a:endParaRPr lang="es-ES" sz="2300" dirty="0"/>
          </a:p>
          <a:p>
            <a:pPr marL="457200" indent="-457200" algn="just">
              <a:buFont typeface="+mj-lt"/>
              <a:buAutoNum type="arabicPeriod"/>
            </a:pPr>
            <a:r>
              <a:rPr lang="es-ES" sz="2300" dirty="0"/>
              <a:t>Este tipo de aplicaciones suele evolucionar rápidamente en respuesta a las tendencias del mercado y las expectativas de los usuarios.</a:t>
            </a:r>
          </a:p>
          <a:p>
            <a:pPr marL="457200" indent="-457200" algn="just">
              <a:buFont typeface="+mj-lt"/>
              <a:buAutoNum type="arabicPeriod"/>
            </a:pPr>
            <a:r>
              <a:rPr lang="es-ES" sz="2300" dirty="0"/>
              <a:t>El equipo trabaja en ciclos cortos (</a:t>
            </a:r>
            <a:r>
              <a:rPr lang="es-ES" sz="2300" dirty="0" err="1"/>
              <a:t>sprints</a:t>
            </a:r>
            <a:r>
              <a:rPr lang="es-ES" sz="2300" dirty="0"/>
              <a:t>), donde en cada sprint se agregan o mejoran funciones, como chat, historias, y notificaciones.</a:t>
            </a:r>
          </a:p>
          <a:p>
            <a:pPr marL="457200" indent="-457200" algn="just">
              <a:buFont typeface="+mj-lt"/>
              <a:buAutoNum type="arabicPeriod"/>
            </a:pPr>
            <a:r>
              <a:rPr lang="es-ES" sz="2300" dirty="0"/>
              <a:t>Con el modelo ágil, es posible adaptarse a cambios rápidos en los requerimientos y agregar funcionalidades con retroalimentación constante de los usuarios.</a:t>
            </a:r>
          </a:p>
        </p:txBody>
      </p:sp>
    </p:spTree>
    <p:extLst>
      <p:ext uri="{BB962C8B-B14F-4D97-AF65-F5344CB8AC3E}">
        <p14:creationId xmlns:p14="http://schemas.microsoft.com/office/powerpoint/2010/main" val="96313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734E-DF33-495D-C465-6E727DBBBA55}"/>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187DC012-F9A5-C73A-83C6-DE93A6E1124A}"/>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9A603A38-CAB6-2195-48D8-768294954ABF}"/>
              </a:ext>
            </a:extLst>
          </p:cNvPr>
          <p:cNvSpPr txBox="1"/>
          <p:nvPr/>
        </p:nvSpPr>
        <p:spPr>
          <a:xfrm>
            <a:off x="911424" y="1268760"/>
            <a:ext cx="10873208" cy="5170646"/>
          </a:xfrm>
          <a:prstGeom prst="rect">
            <a:avLst/>
          </a:prstGeom>
          <a:noFill/>
        </p:spPr>
        <p:txBody>
          <a:bodyPr wrap="square" rtlCol="0">
            <a:spAutoFit/>
          </a:bodyPr>
          <a:lstStyle/>
          <a:p>
            <a:pPr algn="just"/>
            <a:r>
              <a:rPr lang="es-ES" sz="2800" b="1" dirty="0"/>
              <a:t>Modelos de Ciclo de Vida</a:t>
            </a:r>
          </a:p>
          <a:p>
            <a:pPr algn="just"/>
            <a:endParaRPr lang="es-ES" sz="2300" dirty="0"/>
          </a:p>
          <a:p>
            <a:pPr marL="457200" indent="-457200" algn="just">
              <a:buFont typeface="Arial" panose="020B0604020202020204" pitchFamily="34" charset="0"/>
              <a:buChar char="•"/>
            </a:pPr>
            <a:r>
              <a:rPr lang="es-ES" sz="2300" b="1" dirty="0"/>
              <a:t>Modelo Ágil: </a:t>
            </a:r>
            <a:r>
              <a:rPr lang="es-ES" sz="2300" dirty="0"/>
              <a:t>Se desarrolla el software en pequeñas partes (incrementos), permitiendo retroalimentación y mejoras continuas.</a:t>
            </a:r>
          </a:p>
          <a:p>
            <a:pPr algn="just"/>
            <a:endParaRPr lang="es-ES" sz="2300" dirty="0"/>
          </a:p>
          <a:p>
            <a:pPr marL="342900" indent="-342900" algn="just">
              <a:buFont typeface="Arial" panose="020B0604020202020204" pitchFamily="34" charset="0"/>
              <a:buChar char="•"/>
            </a:pPr>
            <a:r>
              <a:rPr lang="es-ES" sz="2300" b="1" dirty="0"/>
              <a:t>Ejemplo: </a:t>
            </a:r>
            <a:r>
              <a:rPr lang="es-ES" sz="2300" dirty="0"/>
              <a:t>Creación de una plataforma de comercio electrónico.</a:t>
            </a:r>
          </a:p>
          <a:p>
            <a:pPr algn="just"/>
            <a:endParaRPr lang="es-ES" sz="2300" dirty="0"/>
          </a:p>
          <a:p>
            <a:pPr marL="457200" indent="-457200" algn="just">
              <a:buFont typeface="+mj-lt"/>
              <a:buAutoNum type="arabicPeriod"/>
            </a:pPr>
            <a:r>
              <a:rPr lang="es-ES" sz="2300" dirty="0"/>
              <a:t>La plataforma puede lanzarse en varias fases (incrementos). En una primera fase, el sistema incluye solo el catálogo de productos y un carrito de compras.</a:t>
            </a:r>
          </a:p>
          <a:p>
            <a:pPr marL="457200" indent="-457200" algn="just">
              <a:buFont typeface="+mj-lt"/>
              <a:buAutoNum type="arabicPeriod"/>
            </a:pPr>
            <a:r>
              <a:rPr lang="es-ES" sz="2400" dirty="0"/>
              <a:t>En incrementos posteriores, se añaden nuevas funciones, como sistema de pago, historial de pedidos, opiniones de usuarios y recomendaciones personalizadas.</a:t>
            </a:r>
          </a:p>
          <a:p>
            <a:pPr marL="457200" indent="-457200" algn="just">
              <a:buFont typeface="+mj-lt"/>
              <a:buAutoNum type="arabicPeriod"/>
            </a:pPr>
            <a:r>
              <a:rPr lang="es-ES" sz="2300" dirty="0"/>
              <a:t>Este enfoque permite entregar rápidamente un producto mínimo viable y luego mejorar y expandir la plataforma según la retroalimentación de los usuarios.</a:t>
            </a:r>
          </a:p>
        </p:txBody>
      </p:sp>
    </p:spTree>
    <p:extLst>
      <p:ext uri="{BB962C8B-B14F-4D97-AF65-F5344CB8AC3E}">
        <p14:creationId xmlns:p14="http://schemas.microsoft.com/office/powerpoint/2010/main" val="609901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FC866-E4E0-66E4-E2C1-3A8A59598377}"/>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7BAC793E-5FAB-0E51-EC71-2AF07B732270}"/>
              </a:ext>
            </a:extLst>
          </p:cNvPr>
          <p:cNvSpPr>
            <a:spLocks noGrp="1"/>
          </p:cNvSpPr>
          <p:nvPr>
            <p:ph type="title"/>
          </p:nvPr>
        </p:nvSpPr>
        <p:spPr>
          <a:xfrm>
            <a:off x="2014978" y="347687"/>
            <a:ext cx="8229600" cy="1143000"/>
          </a:xfrm>
        </p:spPr>
        <p:txBody>
          <a:bodyPr>
            <a:normAutofit/>
          </a:bodyPr>
          <a:lstStyle/>
          <a:p>
            <a:r>
              <a:rPr lang="es-CO" b="1" dirty="0">
                <a:solidFill>
                  <a:srgbClr val="809834"/>
                </a:solidFill>
              </a:rPr>
              <a:t>Ciclo de Vida del Software</a:t>
            </a:r>
          </a:p>
        </p:txBody>
      </p:sp>
      <p:sp>
        <p:nvSpPr>
          <p:cNvPr id="5" name="CuadroTexto 4">
            <a:extLst>
              <a:ext uri="{FF2B5EF4-FFF2-40B4-BE49-F238E27FC236}">
                <a16:creationId xmlns:a16="http://schemas.microsoft.com/office/drawing/2014/main" id="{1918FBAA-1B9F-176F-CAA5-F45840408C34}"/>
              </a:ext>
            </a:extLst>
          </p:cNvPr>
          <p:cNvSpPr txBox="1"/>
          <p:nvPr/>
        </p:nvSpPr>
        <p:spPr>
          <a:xfrm>
            <a:off x="911424" y="1513577"/>
            <a:ext cx="10873208" cy="4708981"/>
          </a:xfrm>
          <a:prstGeom prst="rect">
            <a:avLst/>
          </a:prstGeom>
          <a:noFill/>
        </p:spPr>
        <p:txBody>
          <a:bodyPr wrap="square" rtlCol="0">
            <a:spAutoFit/>
          </a:bodyPr>
          <a:lstStyle/>
          <a:p>
            <a:pPr algn="just"/>
            <a:r>
              <a:rPr lang="es-ES" sz="2000" b="1" dirty="0"/>
              <a:t>Modelos de Ciclo de Vida</a:t>
            </a:r>
          </a:p>
          <a:p>
            <a:pPr algn="just"/>
            <a:endParaRPr lang="es-ES" sz="2000" dirty="0"/>
          </a:p>
          <a:p>
            <a:pPr marL="457200" indent="-457200" algn="just">
              <a:buFont typeface="Arial" panose="020B0604020202020204" pitchFamily="34" charset="0"/>
              <a:buChar char="•"/>
            </a:pPr>
            <a:r>
              <a:rPr lang="es-ES" sz="2000" b="1" dirty="0"/>
              <a:t>Modelo en Espiral: </a:t>
            </a:r>
            <a:r>
              <a:rPr lang="es-ES" sz="2000" dirty="0"/>
              <a:t>Enfocado en la evaluación y reducción de riesgos. Combina elementos de los modelos anteriores, con una mayor atención en la gestión de riesgos.</a:t>
            </a:r>
          </a:p>
          <a:p>
            <a:pPr algn="just"/>
            <a:endParaRPr lang="es-ES" sz="2000" dirty="0"/>
          </a:p>
          <a:p>
            <a:pPr marL="342900" indent="-342900" algn="just">
              <a:buFont typeface="Arial" panose="020B0604020202020204" pitchFamily="34" charset="0"/>
              <a:buChar char="•"/>
            </a:pPr>
            <a:r>
              <a:rPr lang="es-ES" sz="2000" b="1" dirty="0"/>
              <a:t>Ejemplo: </a:t>
            </a:r>
            <a:r>
              <a:rPr lang="es-ES" sz="2000" dirty="0"/>
              <a:t>Desarrollo de un sistema de seguridad para una empresa de alta tecnología.</a:t>
            </a:r>
          </a:p>
          <a:p>
            <a:pPr marL="342900" indent="-342900" algn="just">
              <a:buFont typeface="Arial" panose="020B0604020202020204" pitchFamily="34" charset="0"/>
              <a:buChar char="•"/>
            </a:pPr>
            <a:endParaRPr lang="es-ES" sz="2000" dirty="0"/>
          </a:p>
          <a:p>
            <a:pPr marL="457200" indent="-457200" algn="just">
              <a:buFont typeface="+mj-lt"/>
              <a:buAutoNum type="arabicPeriod"/>
            </a:pPr>
            <a:r>
              <a:rPr lang="es-ES" sz="2000" dirty="0"/>
              <a:t>La seguridad es una prioridad y es esencial evaluar riesgos continuamente. El modelo en espiral permite dividir el desarrollo en fases (o "espirales") donde se evalúan riesgos en cada iteración.</a:t>
            </a:r>
          </a:p>
          <a:p>
            <a:pPr marL="457200" indent="-457200" algn="just">
              <a:buFont typeface="+mj-lt"/>
              <a:buAutoNum type="arabicPeriod"/>
            </a:pPr>
            <a:r>
              <a:rPr lang="es-ES" sz="2000" dirty="0"/>
              <a:t>En cada iteración, el equipo trabaja en una fase de planificación, análisis de riesgos, desarrollo y evaluación, asegurando que el sistema sea seguro y cumpla con los estándares antes de avanzar a la siguiente espiral.</a:t>
            </a:r>
          </a:p>
          <a:p>
            <a:pPr marL="457200" indent="-457200" algn="just">
              <a:buFont typeface="+mj-lt"/>
              <a:buAutoNum type="arabicPeriod"/>
            </a:pPr>
            <a:r>
              <a:rPr lang="es-ES" sz="2000" dirty="0"/>
              <a:t>Este modelo es ideal en situaciones donde los riesgos son altos y es importante mitigarlos antes de continuar.</a:t>
            </a:r>
          </a:p>
        </p:txBody>
      </p:sp>
    </p:spTree>
    <p:extLst>
      <p:ext uri="{BB962C8B-B14F-4D97-AF65-F5344CB8AC3E}">
        <p14:creationId xmlns:p14="http://schemas.microsoft.com/office/powerpoint/2010/main" val="2704751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68224-0A7E-D05B-E0E8-083D9D7FE1B1}"/>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E993E7BD-CD7E-6A0F-4F1A-522417439E9D}"/>
              </a:ext>
            </a:extLst>
          </p:cNvPr>
          <p:cNvSpPr>
            <a:spLocks noGrp="1"/>
          </p:cNvSpPr>
          <p:nvPr>
            <p:ph type="title"/>
          </p:nvPr>
        </p:nvSpPr>
        <p:spPr>
          <a:xfrm>
            <a:off x="2014978" y="347687"/>
            <a:ext cx="8229600" cy="1143000"/>
          </a:xfrm>
        </p:spPr>
        <p:txBody>
          <a:bodyPr>
            <a:normAutofit fontScale="90000"/>
          </a:bodyPr>
          <a:lstStyle/>
          <a:p>
            <a:r>
              <a:rPr lang="es-CO" b="1" dirty="0">
                <a:solidFill>
                  <a:srgbClr val="809834"/>
                </a:solidFill>
              </a:rPr>
              <a:t>Análisis: Levantamiento de Requerimientos</a:t>
            </a:r>
          </a:p>
        </p:txBody>
      </p:sp>
      <p:sp>
        <p:nvSpPr>
          <p:cNvPr id="5" name="CuadroTexto 4">
            <a:extLst>
              <a:ext uri="{FF2B5EF4-FFF2-40B4-BE49-F238E27FC236}">
                <a16:creationId xmlns:a16="http://schemas.microsoft.com/office/drawing/2014/main" id="{975A4D6D-D3AD-F37B-ABAB-77EBF8F18F2A}"/>
              </a:ext>
            </a:extLst>
          </p:cNvPr>
          <p:cNvSpPr txBox="1"/>
          <p:nvPr/>
        </p:nvSpPr>
        <p:spPr>
          <a:xfrm>
            <a:off x="1055440" y="1988840"/>
            <a:ext cx="10873208" cy="4585871"/>
          </a:xfrm>
          <a:prstGeom prst="rect">
            <a:avLst/>
          </a:prstGeom>
          <a:noFill/>
        </p:spPr>
        <p:txBody>
          <a:bodyPr wrap="square" rtlCol="0">
            <a:spAutoFit/>
          </a:bodyPr>
          <a:lstStyle/>
          <a:p>
            <a:pPr algn="just"/>
            <a:r>
              <a:rPr lang="es-ES" sz="2200" b="1" dirty="0"/>
              <a:t>¿Qué es?</a:t>
            </a:r>
          </a:p>
          <a:p>
            <a:pPr algn="just"/>
            <a:endParaRPr lang="es-ES" sz="2200" b="1" dirty="0"/>
          </a:p>
          <a:p>
            <a:pPr algn="just"/>
            <a:r>
              <a:rPr lang="es-ES" sz="2200" dirty="0"/>
              <a:t>Es el proceso de identificar y documentar las necesidades y expectativas de los usuarios para el software.</a:t>
            </a:r>
          </a:p>
          <a:p>
            <a:pPr algn="just"/>
            <a:endParaRPr lang="es-ES" sz="2200" dirty="0"/>
          </a:p>
          <a:p>
            <a:pPr algn="just"/>
            <a:r>
              <a:rPr lang="es-ES" sz="2200" b="1" dirty="0"/>
              <a:t>¿Por qué es importante?</a:t>
            </a:r>
          </a:p>
          <a:p>
            <a:pPr algn="just"/>
            <a:endParaRPr lang="es-ES" sz="2200" dirty="0"/>
          </a:p>
          <a:p>
            <a:pPr marL="342900" indent="-342900" algn="just">
              <a:buFont typeface="Arial" panose="020B0604020202020204" pitchFamily="34" charset="0"/>
              <a:buChar char="•"/>
            </a:pPr>
            <a:r>
              <a:rPr lang="es-ES" sz="2200" dirty="0"/>
              <a:t>Reducir errores en etapas posteriores del desarrollo.</a:t>
            </a:r>
          </a:p>
          <a:p>
            <a:pPr marL="342900" indent="-342900" algn="just">
              <a:buFont typeface="Arial" panose="020B0604020202020204" pitchFamily="34" charset="0"/>
              <a:buChar char="•"/>
            </a:pPr>
            <a:endParaRPr lang="es-ES" sz="2200" dirty="0"/>
          </a:p>
          <a:p>
            <a:pPr marL="342900" indent="-342900" algn="just">
              <a:buFont typeface="Arial" panose="020B0604020202020204" pitchFamily="34" charset="0"/>
              <a:buChar char="•"/>
            </a:pPr>
            <a:r>
              <a:rPr lang="es-ES" sz="2200" dirty="0"/>
              <a:t>Mejorar la comunicación con el cliente.</a:t>
            </a:r>
          </a:p>
          <a:p>
            <a:pPr marL="342900" indent="-342900" algn="just">
              <a:buFont typeface="Arial" panose="020B0604020202020204" pitchFamily="34" charset="0"/>
              <a:buChar char="•"/>
            </a:pPr>
            <a:endParaRPr lang="es-ES" sz="2200" dirty="0"/>
          </a:p>
          <a:p>
            <a:pPr marL="342900" indent="-342900" algn="just">
              <a:buFont typeface="Arial" panose="020B0604020202020204" pitchFamily="34" charset="0"/>
              <a:buChar char="•"/>
            </a:pPr>
            <a:r>
              <a:rPr lang="es-ES" sz="2200" dirty="0"/>
              <a:t>Asegurar que el producto final satisfaga las expectativas del usuario.</a:t>
            </a:r>
          </a:p>
          <a:p>
            <a:pPr algn="just"/>
            <a:endParaRPr lang="es-ES" sz="2800" dirty="0"/>
          </a:p>
        </p:txBody>
      </p:sp>
    </p:spTree>
    <p:extLst>
      <p:ext uri="{BB962C8B-B14F-4D97-AF65-F5344CB8AC3E}">
        <p14:creationId xmlns:p14="http://schemas.microsoft.com/office/powerpoint/2010/main" val="23010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829D-23C5-219D-3ABA-7D666BFBAD4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B5E4BC6-0E80-BA1E-C995-9B571AF37368}"/>
              </a:ext>
            </a:extLst>
          </p:cNvPr>
          <p:cNvSpPr txBox="1"/>
          <p:nvPr/>
        </p:nvSpPr>
        <p:spPr>
          <a:xfrm>
            <a:off x="911424" y="1988840"/>
            <a:ext cx="10873208" cy="4247317"/>
          </a:xfrm>
          <a:prstGeom prst="rect">
            <a:avLst/>
          </a:prstGeom>
          <a:noFill/>
        </p:spPr>
        <p:txBody>
          <a:bodyPr wrap="square" rtlCol="0">
            <a:spAutoFit/>
          </a:bodyPr>
          <a:lstStyle/>
          <a:p>
            <a:pPr algn="just"/>
            <a:r>
              <a:rPr lang="es-ES" sz="2200" b="1" dirty="0"/>
              <a:t>Técnicas para el Levantamiento de Requerimientos</a:t>
            </a:r>
          </a:p>
          <a:p>
            <a:pPr algn="just"/>
            <a:endParaRPr lang="es-ES" sz="2200" b="1" dirty="0"/>
          </a:p>
          <a:p>
            <a:pPr marL="342900" indent="-342900" algn="just">
              <a:buFont typeface="Arial" panose="020B0604020202020204" pitchFamily="34" charset="0"/>
              <a:buChar char="•"/>
            </a:pPr>
            <a:r>
              <a:rPr lang="es-CO" sz="2200" b="1" dirty="0"/>
              <a:t>Entrevistas</a:t>
            </a:r>
          </a:p>
          <a:p>
            <a:pPr marL="342900" indent="-342900" algn="just">
              <a:buFont typeface="Arial" panose="020B0604020202020204" pitchFamily="34" charset="0"/>
              <a:buChar char="•"/>
            </a:pPr>
            <a:endParaRPr lang="es-CO" sz="2200" b="1" dirty="0"/>
          </a:p>
          <a:p>
            <a:pPr marL="342900" indent="-342900" algn="just">
              <a:buFont typeface="Arial" panose="020B0604020202020204" pitchFamily="34" charset="0"/>
              <a:buChar char="•"/>
            </a:pPr>
            <a:r>
              <a:rPr lang="es-CO" sz="2200" b="1" dirty="0"/>
              <a:t>Encuestas y cuestionarios</a:t>
            </a:r>
          </a:p>
          <a:p>
            <a:pPr marL="342900" indent="-342900" algn="just">
              <a:buFont typeface="Arial" panose="020B0604020202020204" pitchFamily="34" charset="0"/>
              <a:buChar char="•"/>
            </a:pPr>
            <a:endParaRPr lang="es-CO" sz="2200" b="1" dirty="0"/>
          </a:p>
          <a:p>
            <a:pPr marL="342900" indent="-342900" algn="just">
              <a:buFont typeface="Arial" panose="020B0604020202020204" pitchFamily="34" charset="0"/>
              <a:buChar char="•"/>
            </a:pPr>
            <a:r>
              <a:rPr lang="es-CO" sz="2200" b="1" dirty="0"/>
              <a:t>Talleres de trabajo</a:t>
            </a:r>
          </a:p>
          <a:p>
            <a:pPr marL="342900" indent="-342900" algn="just">
              <a:buFont typeface="Arial" panose="020B0604020202020204" pitchFamily="34" charset="0"/>
              <a:buChar char="•"/>
            </a:pPr>
            <a:endParaRPr lang="es-CO" sz="2200" b="1" dirty="0"/>
          </a:p>
          <a:p>
            <a:pPr marL="342900" indent="-342900" algn="just">
              <a:buFont typeface="Arial" panose="020B0604020202020204" pitchFamily="34" charset="0"/>
              <a:buChar char="•"/>
            </a:pPr>
            <a:r>
              <a:rPr lang="es-CO" sz="2200" b="1" dirty="0"/>
              <a:t>Prototipos</a:t>
            </a:r>
          </a:p>
          <a:p>
            <a:pPr marL="342900" indent="-342900" algn="just">
              <a:buFont typeface="Arial" panose="020B0604020202020204" pitchFamily="34" charset="0"/>
              <a:buChar char="•"/>
            </a:pPr>
            <a:endParaRPr lang="es-CO" sz="2200" b="1" dirty="0"/>
          </a:p>
          <a:p>
            <a:pPr marL="342900" indent="-342900" algn="just">
              <a:buFont typeface="Arial" panose="020B0604020202020204" pitchFamily="34" charset="0"/>
              <a:buChar char="•"/>
            </a:pPr>
            <a:r>
              <a:rPr lang="es-CO" sz="2200" b="1" dirty="0"/>
              <a:t>Análisis de documentos</a:t>
            </a:r>
          </a:p>
          <a:p>
            <a:pPr algn="just"/>
            <a:endParaRPr lang="es-ES" sz="2800" dirty="0"/>
          </a:p>
        </p:txBody>
      </p:sp>
      <p:sp>
        <p:nvSpPr>
          <p:cNvPr id="7" name="1 Título">
            <a:extLst>
              <a:ext uri="{FF2B5EF4-FFF2-40B4-BE49-F238E27FC236}">
                <a16:creationId xmlns:a16="http://schemas.microsoft.com/office/drawing/2014/main" id="{1C070274-81AC-0BA0-F416-C30DD23AFD3F}"/>
              </a:ext>
            </a:extLst>
          </p:cNvPr>
          <p:cNvSpPr>
            <a:spLocks noGrp="1"/>
          </p:cNvSpPr>
          <p:nvPr>
            <p:ph type="title"/>
          </p:nvPr>
        </p:nvSpPr>
        <p:spPr>
          <a:xfrm>
            <a:off x="2014978" y="347687"/>
            <a:ext cx="8229600" cy="1143000"/>
          </a:xfrm>
        </p:spPr>
        <p:txBody>
          <a:bodyPr>
            <a:normAutofit fontScale="90000"/>
          </a:bodyPr>
          <a:lstStyle/>
          <a:p>
            <a:r>
              <a:rPr lang="es-CO" b="1" dirty="0">
                <a:solidFill>
                  <a:srgbClr val="809834"/>
                </a:solidFill>
              </a:rPr>
              <a:t>Análisis: Levantamiento de Requerimientos</a:t>
            </a:r>
          </a:p>
        </p:txBody>
      </p:sp>
    </p:spTree>
    <p:extLst>
      <p:ext uri="{BB962C8B-B14F-4D97-AF65-F5344CB8AC3E}">
        <p14:creationId xmlns:p14="http://schemas.microsoft.com/office/powerpoint/2010/main" val="1820554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52F9C-7174-063B-9B9D-4BAE8181D0F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70E7539-B4E2-1E36-FB99-AA3AB7878586}"/>
              </a:ext>
            </a:extLst>
          </p:cNvPr>
          <p:cNvSpPr txBox="1"/>
          <p:nvPr/>
        </p:nvSpPr>
        <p:spPr>
          <a:xfrm>
            <a:off x="1055440" y="2244060"/>
            <a:ext cx="10873208" cy="2123658"/>
          </a:xfrm>
          <a:prstGeom prst="rect">
            <a:avLst/>
          </a:prstGeom>
          <a:noFill/>
        </p:spPr>
        <p:txBody>
          <a:bodyPr wrap="square" rtlCol="0">
            <a:spAutoFit/>
          </a:bodyPr>
          <a:lstStyle/>
          <a:p>
            <a:pPr algn="just"/>
            <a:r>
              <a:rPr lang="es-ES" sz="2200" b="1" dirty="0"/>
              <a:t>Herramientas para gestión de Requerimientos</a:t>
            </a:r>
          </a:p>
          <a:p>
            <a:pPr algn="just"/>
            <a:endParaRPr lang="es-ES" sz="2200" b="1" dirty="0"/>
          </a:p>
          <a:p>
            <a:pPr marL="342900" indent="-342900" algn="just">
              <a:buFont typeface="Arial" panose="020B0604020202020204" pitchFamily="34" charset="0"/>
              <a:buChar char="•"/>
            </a:pPr>
            <a:r>
              <a:rPr lang="es-ES" sz="2200" b="1" dirty="0"/>
              <a:t>JIRA</a:t>
            </a:r>
          </a:p>
          <a:p>
            <a:pPr marL="342900" indent="-342900" algn="just">
              <a:buFont typeface="Arial" panose="020B0604020202020204" pitchFamily="34" charset="0"/>
              <a:buChar char="•"/>
            </a:pPr>
            <a:r>
              <a:rPr lang="es-CO" sz="2200" b="1" dirty="0"/>
              <a:t>Trello</a:t>
            </a:r>
          </a:p>
          <a:p>
            <a:pPr marL="342900" indent="-342900" algn="just">
              <a:buFont typeface="Arial" panose="020B0604020202020204" pitchFamily="34" charset="0"/>
              <a:buChar char="•"/>
            </a:pPr>
            <a:r>
              <a:rPr lang="es-CO" sz="2200" b="1" dirty="0" err="1"/>
              <a:t>Notion</a:t>
            </a:r>
            <a:endParaRPr lang="es-CO" sz="2200" b="1" dirty="0"/>
          </a:p>
          <a:p>
            <a:pPr marL="342900" indent="-342900" algn="just">
              <a:buFont typeface="Arial" panose="020B0604020202020204" pitchFamily="34" charset="0"/>
              <a:buChar char="•"/>
            </a:pPr>
            <a:r>
              <a:rPr lang="es-CO" sz="2200" b="1" dirty="0"/>
              <a:t>Visio</a:t>
            </a:r>
          </a:p>
        </p:txBody>
      </p:sp>
      <p:sp>
        <p:nvSpPr>
          <p:cNvPr id="6" name="1 Título">
            <a:extLst>
              <a:ext uri="{FF2B5EF4-FFF2-40B4-BE49-F238E27FC236}">
                <a16:creationId xmlns:a16="http://schemas.microsoft.com/office/drawing/2014/main" id="{623418BB-EE50-F8DA-9A49-45EF7F398533}"/>
              </a:ext>
            </a:extLst>
          </p:cNvPr>
          <p:cNvSpPr>
            <a:spLocks noGrp="1"/>
          </p:cNvSpPr>
          <p:nvPr>
            <p:ph type="title"/>
          </p:nvPr>
        </p:nvSpPr>
        <p:spPr>
          <a:xfrm>
            <a:off x="2014978" y="347687"/>
            <a:ext cx="8229600" cy="1143000"/>
          </a:xfrm>
        </p:spPr>
        <p:txBody>
          <a:bodyPr>
            <a:normAutofit fontScale="90000"/>
          </a:bodyPr>
          <a:lstStyle/>
          <a:p>
            <a:r>
              <a:rPr lang="es-CO" b="1" dirty="0">
                <a:solidFill>
                  <a:srgbClr val="809834"/>
                </a:solidFill>
              </a:rPr>
              <a:t>Análisis: Levantamiento de Requerimientos</a:t>
            </a:r>
          </a:p>
        </p:txBody>
      </p:sp>
    </p:spTree>
    <p:extLst>
      <p:ext uri="{BB962C8B-B14F-4D97-AF65-F5344CB8AC3E}">
        <p14:creationId xmlns:p14="http://schemas.microsoft.com/office/powerpoint/2010/main" val="3804191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D8CA0-7D4F-72B1-3112-638EEA5DE29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1D4CA86-9973-9B3F-FC10-D0436586C653}"/>
              </a:ext>
            </a:extLst>
          </p:cNvPr>
          <p:cNvSpPr txBox="1"/>
          <p:nvPr/>
        </p:nvSpPr>
        <p:spPr>
          <a:xfrm>
            <a:off x="1055440" y="1844824"/>
            <a:ext cx="10873208" cy="4524315"/>
          </a:xfrm>
          <a:prstGeom prst="rect">
            <a:avLst/>
          </a:prstGeom>
          <a:noFill/>
        </p:spPr>
        <p:txBody>
          <a:bodyPr wrap="square" rtlCol="0">
            <a:spAutoFit/>
          </a:bodyPr>
          <a:lstStyle/>
          <a:p>
            <a:pPr algn="just"/>
            <a:r>
              <a:rPr lang="es-ES" sz="2200" b="1" dirty="0"/>
              <a:t>Tipos de Requerimientos</a:t>
            </a:r>
          </a:p>
          <a:p>
            <a:pPr algn="just"/>
            <a:endParaRPr lang="es-ES" sz="2200" b="1" dirty="0"/>
          </a:p>
          <a:p>
            <a:pPr marL="342900" indent="-342900" algn="just">
              <a:buFont typeface="Arial" panose="020B0604020202020204" pitchFamily="34" charset="0"/>
              <a:buChar char="•"/>
            </a:pPr>
            <a:r>
              <a:rPr lang="es-CO" sz="2200" b="1" dirty="0"/>
              <a:t>Requisitos Funcionales (RF)</a:t>
            </a:r>
            <a:r>
              <a:rPr lang="es-ES" sz="2200" b="1" dirty="0"/>
              <a:t>: </a:t>
            </a:r>
            <a:r>
              <a:rPr lang="es-ES" sz="2200" dirty="0"/>
              <a:t>Los Requisitos Funcionales describen </a:t>
            </a:r>
            <a:r>
              <a:rPr lang="es-ES" sz="2200" b="1" dirty="0"/>
              <a:t>qué hace el sistema</a:t>
            </a:r>
            <a:r>
              <a:rPr lang="es-ES" sz="2200" dirty="0"/>
              <a:t> o las funcionalidades específicas que debe tener para cumplir con los objetivos del proyecto. Básicamente, detallan </a:t>
            </a:r>
            <a:r>
              <a:rPr lang="es-ES" sz="2200" b="1" dirty="0"/>
              <a:t>las tareas y acciones que el sistema debe poder realizar</a:t>
            </a:r>
            <a:r>
              <a:rPr lang="es-ES" sz="2200" dirty="0"/>
              <a:t> desde el punto de vista del usuario.</a:t>
            </a:r>
          </a:p>
          <a:p>
            <a:pPr marL="342900" indent="-342900" algn="just">
              <a:buFont typeface="Arial" panose="020B0604020202020204" pitchFamily="34" charset="0"/>
              <a:buChar char="•"/>
            </a:pPr>
            <a:endParaRPr lang="es-ES" sz="2200" dirty="0"/>
          </a:p>
          <a:p>
            <a:pPr marL="457200" indent="-457200" algn="just">
              <a:buFont typeface="+mj-lt"/>
              <a:buAutoNum type="arabicPeriod"/>
            </a:pPr>
            <a:r>
              <a:rPr lang="es-ES" sz="2200" b="1" dirty="0"/>
              <a:t>Específicos y medibles: </a:t>
            </a:r>
            <a:r>
              <a:rPr lang="es-ES" sz="2200" dirty="0"/>
              <a:t>Cada RF debe ser claro y verificable. Si el sistema cumple o no con un requisito funcional debe poder verificarse.</a:t>
            </a:r>
          </a:p>
          <a:p>
            <a:pPr marL="457200" indent="-457200" algn="just">
              <a:buFont typeface="+mj-lt"/>
              <a:buAutoNum type="arabicPeriod"/>
            </a:pPr>
            <a:endParaRPr lang="es-ES" sz="2200" dirty="0"/>
          </a:p>
          <a:p>
            <a:pPr marL="457200" indent="-457200" algn="just">
              <a:buFont typeface="+mj-lt"/>
              <a:buAutoNum type="arabicPeriod"/>
            </a:pPr>
            <a:r>
              <a:rPr lang="es-ES" sz="2200" b="1" dirty="0"/>
              <a:t>Enfocados en el usuario: </a:t>
            </a:r>
            <a:r>
              <a:rPr lang="es-ES" sz="2200" dirty="0"/>
              <a:t>Están orientados a la experiencia del usuario final o a los objetivos específicos que debe cumplir el sistema.</a:t>
            </a:r>
          </a:p>
          <a:p>
            <a:pPr marL="342900" indent="-342900" algn="just">
              <a:buFont typeface="Arial" panose="020B0604020202020204" pitchFamily="34" charset="0"/>
              <a:buChar char="•"/>
            </a:pPr>
            <a:endParaRPr lang="es-ES" sz="2400" b="1" dirty="0"/>
          </a:p>
        </p:txBody>
      </p:sp>
      <p:sp>
        <p:nvSpPr>
          <p:cNvPr id="6" name="1 Título">
            <a:extLst>
              <a:ext uri="{FF2B5EF4-FFF2-40B4-BE49-F238E27FC236}">
                <a16:creationId xmlns:a16="http://schemas.microsoft.com/office/drawing/2014/main" id="{A5589CF0-BEDE-7395-9453-C455E5C6E6A9}"/>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Análisis: Levantamiento de Requerimientos</a:t>
            </a:r>
          </a:p>
        </p:txBody>
      </p:sp>
    </p:spTree>
    <p:extLst>
      <p:ext uri="{BB962C8B-B14F-4D97-AF65-F5344CB8AC3E}">
        <p14:creationId xmlns:p14="http://schemas.microsoft.com/office/powerpoint/2010/main" val="2216724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27F82-E3E3-BD43-D415-E46859D1C6C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966892A0-AF4A-B26E-A612-26D2B61CA95F}"/>
              </a:ext>
            </a:extLst>
          </p:cNvPr>
          <p:cNvSpPr txBox="1"/>
          <p:nvPr/>
        </p:nvSpPr>
        <p:spPr>
          <a:xfrm>
            <a:off x="1055440" y="1810464"/>
            <a:ext cx="10873208" cy="5047536"/>
          </a:xfrm>
          <a:prstGeom prst="rect">
            <a:avLst/>
          </a:prstGeom>
          <a:noFill/>
        </p:spPr>
        <p:txBody>
          <a:bodyPr wrap="square" rtlCol="0">
            <a:spAutoFit/>
          </a:bodyPr>
          <a:lstStyle/>
          <a:p>
            <a:pPr algn="just"/>
            <a:r>
              <a:rPr lang="es-ES" sz="2200" b="1" dirty="0"/>
              <a:t>Tipos de Requerimientos</a:t>
            </a:r>
          </a:p>
          <a:p>
            <a:pPr algn="just"/>
            <a:endParaRPr lang="es-ES" sz="2200" b="1" dirty="0"/>
          </a:p>
          <a:p>
            <a:pPr marL="342900" indent="-342900" algn="just">
              <a:buFont typeface="Arial" panose="020B0604020202020204" pitchFamily="34" charset="0"/>
              <a:buChar char="•"/>
            </a:pPr>
            <a:r>
              <a:rPr lang="es-CO" sz="2200" b="1" dirty="0"/>
              <a:t>Requisitos No Funcionales (RNF)</a:t>
            </a:r>
            <a:r>
              <a:rPr lang="es-ES" sz="2200" b="1" dirty="0"/>
              <a:t>: </a:t>
            </a:r>
            <a:r>
              <a:rPr lang="es-ES" sz="2200" dirty="0"/>
              <a:t>Los Requisitos No Funcionales describen cómo debe funcionar el sistema en términos de rendimiento, usabilidad, seguridad, confiabilidad y otras cualidades que no están relacionadas directamente con las funciones específicas. Estos requisitos son fundamentales para garantizar que el sistema funcione de manera eficaz y satisfactoria en un entorno real.</a:t>
            </a:r>
          </a:p>
          <a:p>
            <a:pPr marL="342900" indent="-342900" algn="just">
              <a:buFont typeface="Arial" panose="020B0604020202020204" pitchFamily="34" charset="0"/>
              <a:buChar char="•"/>
            </a:pPr>
            <a:endParaRPr lang="es-ES" sz="2200" dirty="0"/>
          </a:p>
          <a:p>
            <a:pPr marL="342900" indent="-342900" algn="just">
              <a:buFont typeface="Arial" panose="020B0604020202020204" pitchFamily="34" charset="0"/>
              <a:buChar char="•"/>
            </a:pPr>
            <a:r>
              <a:rPr lang="es-CO" sz="2200" b="1" dirty="0"/>
              <a:t>Rendimiento.</a:t>
            </a:r>
          </a:p>
          <a:p>
            <a:pPr marL="342900" indent="-342900" algn="just">
              <a:buFont typeface="Arial" panose="020B0604020202020204" pitchFamily="34" charset="0"/>
              <a:buChar char="•"/>
            </a:pPr>
            <a:r>
              <a:rPr lang="es-CO" sz="2200" b="1" dirty="0"/>
              <a:t>Seguridad.</a:t>
            </a:r>
          </a:p>
          <a:p>
            <a:pPr marL="342900" indent="-342900" algn="just">
              <a:buFont typeface="Arial" panose="020B0604020202020204" pitchFamily="34" charset="0"/>
              <a:buChar char="•"/>
            </a:pPr>
            <a:r>
              <a:rPr lang="es-CO" sz="2200" b="1" dirty="0"/>
              <a:t>Usabilidad.</a:t>
            </a:r>
          </a:p>
          <a:p>
            <a:pPr marL="342900" indent="-342900" algn="just">
              <a:buFont typeface="Arial" panose="020B0604020202020204" pitchFamily="34" charset="0"/>
              <a:buChar char="•"/>
            </a:pPr>
            <a:r>
              <a:rPr lang="es-CO" sz="2200" b="1" dirty="0"/>
              <a:t>Disponibilidad.</a:t>
            </a:r>
          </a:p>
          <a:p>
            <a:pPr marL="342900" indent="-342900" algn="just">
              <a:buFont typeface="Arial" panose="020B0604020202020204" pitchFamily="34" charset="0"/>
              <a:buChar char="•"/>
            </a:pPr>
            <a:r>
              <a:rPr lang="es-CO" sz="2200" b="1" dirty="0"/>
              <a:t>Compatibilidad.</a:t>
            </a:r>
            <a:endParaRPr lang="es-ES" sz="2200" b="1" dirty="0"/>
          </a:p>
          <a:p>
            <a:pPr marL="342900" indent="-342900" algn="just">
              <a:buFont typeface="Arial" panose="020B0604020202020204" pitchFamily="34" charset="0"/>
              <a:buChar char="•"/>
            </a:pPr>
            <a:endParaRPr lang="es-ES" sz="2400" b="1" dirty="0"/>
          </a:p>
        </p:txBody>
      </p:sp>
      <p:sp>
        <p:nvSpPr>
          <p:cNvPr id="7" name="1 Título">
            <a:extLst>
              <a:ext uri="{FF2B5EF4-FFF2-40B4-BE49-F238E27FC236}">
                <a16:creationId xmlns:a16="http://schemas.microsoft.com/office/drawing/2014/main" id="{6D68ADBD-A2C8-CC04-C01A-E56831A63A71}"/>
              </a:ext>
            </a:extLst>
          </p:cNvPr>
          <p:cNvSpPr>
            <a:spLocks noGrp="1"/>
          </p:cNvSpPr>
          <p:nvPr>
            <p:ph type="title"/>
          </p:nvPr>
        </p:nvSpPr>
        <p:spPr>
          <a:xfrm>
            <a:off x="2014978" y="347687"/>
            <a:ext cx="8229600" cy="1143000"/>
          </a:xfrm>
        </p:spPr>
        <p:txBody>
          <a:bodyPr>
            <a:normAutofit fontScale="90000"/>
          </a:bodyPr>
          <a:lstStyle/>
          <a:p>
            <a:r>
              <a:rPr lang="es-CO" b="1" dirty="0">
                <a:solidFill>
                  <a:srgbClr val="809834"/>
                </a:solidFill>
              </a:rPr>
              <a:t>Análisis: Levantamiento de Requerimientos</a:t>
            </a:r>
          </a:p>
        </p:txBody>
      </p:sp>
    </p:spTree>
    <p:extLst>
      <p:ext uri="{BB962C8B-B14F-4D97-AF65-F5344CB8AC3E}">
        <p14:creationId xmlns:p14="http://schemas.microsoft.com/office/powerpoint/2010/main" val="4292166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84855-5507-EEFF-A451-7EABF003EA2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38A075E-95E1-4CFD-1792-616B8C736E12}"/>
              </a:ext>
            </a:extLst>
          </p:cNvPr>
          <p:cNvSpPr txBox="1"/>
          <p:nvPr/>
        </p:nvSpPr>
        <p:spPr>
          <a:xfrm>
            <a:off x="1055440" y="2204864"/>
            <a:ext cx="10873208" cy="2646878"/>
          </a:xfrm>
          <a:prstGeom prst="rect">
            <a:avLst/>
          </a:prstGeom>
          <a:noFill/>
        </p:spPr>
        <p:txBody>
          <a:bodyPr wrap="square" rtlCol="0">
            <a:spAutoFit/>
          </a:bodyPr>
          <a:lstStyle/>
          <a:p>
            <a:pPr algn="just"/>
            <a:r>
              <a:rPr lang="es-ES" sz="2800" b="1" dirty="0"/>
              <a:t>Tipos de Requerimientos</a:t>
            </a:r>
          </a:p>
          <a:p>
            <a:pPr algn="just"/>
            <a:endParaRPr lang="es-ES" sz="2800" b="1" dirty="0"/>
          </a:p>
          <a:p>
            <a:pPr marL="342900" indent="-342900" algn="just">
              <a:buFont typeface="Arial" panose="020B0604020202020204" pitchFamily="34" charset="0"/>
              <a:buChar char="•"/>
            </a:pPr>
            <a:r>
              <a:rPr lang="es-ES" sz="2200" dirty="0"/>
              <a:t>Los</a:t>
            </a:r>
            <a:r>
              <a:rPr lang="es-ES" sz="2200" b="1" dirty="0"/>
              <a:t> RF </a:t>
            </a:r>
            <a:r>
              <a:rPr lang="es-ES" sz="2200" dirty="0"/>
              <a:t>aseguran que el sistema cumpla con los objetivos del usuario y ofrezca las funcionalidades necesarias.</a:t>
            </a:r>
          </a:p>
          <a:p>
            <a:pPr marL="342900" indent="-342900" algn="just">
              <a:buFont typeface="Arial" panose="020B0604020202020204" pitchFamily="34" charset="0"/>
              <a:buChar char="•"/>
            </a:pPr>
            <a:endParaRPr lang="es-ES" sz="2200" b="1" dirty="0"/>
          </a:p>
          <a:p>
            <a:pPr marL="342900" indent="-342900" algn="just">
              <a:buFont typeface="Arial" panose="020B0604020202020204" pitchFamily="34" charset="0"/>
              <a:buChar char="•"/>
            </a:pPr>
            <a:r>
              <a:rPr lang="es-ES" sz="2200" dirty="0"/>
              <a:t>Los</a:t>
            </a:r>
            <a:r>
              <a:rPr lang="es-ES" sz="2200" b="1" dirty="0"/>
              <a:t> RNF </a:t>
            </a:r>
            <a:r>
              <a:rPr lang="es-ES" sz="2200" dirty="0"/>
              <a:t>garantizan que el sistema ofrezca una experiencia de calidad y que cumpla con estándares importantes como la seguridad y el rendimiento.</a:t>
            </a:r>
            <a:endParaRPr lang="es-ES" sz="2400" dirty="0"/>
          </a:p>
        </p:txBody>
      </p:sp>
      <p:sp>
        <p:nvSpPr>
          <p:cNvPr id="7" name="1 Título">
            <a:extLst>
              <a:ext uri="{FF2B5EF4-FFF2-40B4-BE49-F238E27FC236}">
                <a16:creationId xmlns:a16="http://schemas.microsoft.com/office/drawing/2014/main" id="{9DCB9D22-2355-27CB-FBD5-B311DC34A010}"/>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a:solidFill>
                  <a:srgbClr val="809834"/>
                </a:solidFill>
              </a:rPr>
              <a:t>Análisis: Levantamiento de Requerimientos</a:t>
            </a:r>
            <a:endParaRPr lang="es-CO" b="1" dirty="0">
              <a:solidFill>
                <a:srgbClr val="809834"/>
              </a:solidFill>
            </a:endParaRPr>
          </a:p>
        </p:txBody>
      </p:sp>
    </p:spTree>
    <p:extLst>
      <p:ext uri="{BB962C8B-B14F-4D97-AF65-F5344CB8AC3E}">
        <p14:creationId xmlns:p14="http://schemas.microsoft.com/office/powerpoint/2010/main" val="1051865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51D8-97AA-2CC4-D6F7-A532DB0BEEFB}"/>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7794D6D0-73A3-9B7F-2C55-57E60F2F3F63}"/>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Análisis: Documentación de Requerimientos - Formato</a:t>
            </a:r>
          </a:p>
        </p:txBody>
      </p:sp>
      <p:sp>
        <p:nvSpPr>
          <p:cNvPr id="4" name="CuadroTexto 3">
            <a:extLst>
              <a:ext uri="{FF2B5EF4-FFF2-40B4-BE49-F238E27FC236}">
                <a16:creationId xmlns:a16="http://schemas.microsoft.com/office/drawing/2014/main" id="{6E416580-3932-B1BB-87F4-F4238DC8AC0B}"/>
              </a:ext>
            </a:extLst>
          </p:cNvPr>
          <p:cNvSpPr txBox="1"/>
          <p:nvPr/>
        </p:nvSpPr>
        <p:spPr>
          <a:xfrm>
            <a:off x="623392" y="1412776"/>
            <a:ext cx="11568608" cy="5401479"/>
          </a:xfrm>
          <a:prstGeom prst="rect">
            <a:avLst/>
          </a:prstGeom>
          <a:noFill/>
        </p:spPr>
        <p:txBody>
          <a:bodyPr wrap="square">
            <a:spAutoFit/>
          </a:bodyPr>
          <a:lstStyle/>
          <a:p>
            <a:r>
              <a:rPr lang="es-ES" sz="1700" b="1" dirty="0"/>
              <a:t>1. Título del Requerimiento Funcional</a:t>
            </a:r>
          </a:p>
          <a:p>
            <a:pPr algn="just"/>
            <a:r>
              <a:rPr lang="es-ES" sz="1700" b="1" dirty="0"/>
              <a:t>ID</a:t>
            </a:r>
            <a:r>
              <a:rPr lang="es-ES" sz="1700" dirty="0"/>
              <a:t>: RF-001</a:t>
            </a:r>
          </a:p>
          <a:p>
            <a:r>
              <a:rPr lang="es-ES" sz="1700" b="1" dirty="0"/>
              <a:t>Nombre del requerimiento</a:t>
            </a:r>
            <a:r>
              <a:rPr lang="es-ES" sz="1700" dirty="0"/>
              <a:t>: Registro de usuario.</a:t>
            </a:r>
          </a:p>
          <a:p>
            <a:r>
              <a:rPr lang="es-ES" sz="1700" b="1" dirty="0"/>
              <a:t>Descripción</a:t>
            </a:r>
            <a:r>
              <a:rPr lang="es-ES" sz="1700" dirty="0"/>
              <a:t>: El sistema debe permitir a los usuarios registrar una nueva cuenta proporcionando su nombre, correo electrónico y contraseña.</a:t>
            </a:r>
          </a:p>
          <a:p>
            <a:r>
              <a:rPr lang="es-ES" sz="1700" b="1" dirty="0"/>
              <a:t>Actor(es)</a:t>
            </a:r>
            <a:r>
              <a:rPr lang="es-ES" sz="1700" dirty="0"/>
              <a:t>: Usuario final (registrante).</a:t>
            </a:r>
          </a:p>
          <a:p>
            <a:r>
              <a:rPr lang="es-ES" sz="1700" b="1" dirty="0"/>
              <a:t>Entrada</a:t>
            </a:r>
            <a:r>
              <a:rPr lang="es-ES" sz="1700" dirty="0"/>
              <a:t>:</a:t>
            </a:r>
          </a:p>
          <a:p>
            <a:pPr marL="742950" lvl="1" indent="-285750">
              <a:buFont typeface="Arial" panose="020B0604020202020204" pitchFamily="34" charset="0"/>
              <a:buChar char="•"/>
            </a:pPr>
            <a:r>
              <a:rPr lang="es-ES" sz="1700" dirty="0"/>
              <a:t>Nombre (campo de texto)</a:t>
            </a:r>
          </a:p>
          <a:p>
            <a:pPr marL="742950" lvl="1" indent="-285750">
              <a:buFont typeface="Arial" panose="020B0604020202020204" pitchFamily="34" charset="0"/>
              <a:buChar char="•"/>
            </a:pPr>
            <a:r>
              <a:rPr lang="es-ES" sz="1700" dirty="0"/>
              <a:t>Correo electrónico (campo de texto)</a:t>
            </a:r>
          </a:p>
          <a:p>
            <a:pPr marL="742950" lvl="1" indent="-285750">
              <a:buFont typeface="Arial" panose="020B0604020202020204" pitchFamily="34" charset="0"/>
              <a:buChar char="•"/>
            </a:pPr>
            <a:r>
              <a:rPr lang="es-ES" sz="1700" dirty="0"/>
              <a:t>Contraseña (campo de texto)</a:t>
            </a:r>
          </a:p>
          <a:p>
            <a:r>
              <a:rPr lang="es-ES" sz="1700" b="1" dirty="0"/>
              <a:t>Salida</a:t>
            </a:r>
            <a:r>
              <a:rPr lang="es-ES" sz="1700" dirty="0"/>
              <a:t>:</a:t>
            </a:r>
          </a:p>
          <a:p>
            <a:pPr marL="742950" lvl="1" indent="-285750">
              <a:buFont typeface="Arial" panose="020B0604020202020204" pitchFamily="34" charset="0"/>
              <a:buChar char="•"/>
            </a:pPr>
            <a:r>
              <a:rPr lang="es-ES" sz="1700" dirty="0"/>
              <a:t>Confirmación de que el usuario ha sido registrado correctamente.</a:t>
            </a:r>
          </a:p>
          <a:p>
            <a:pPr marL="742950" lvl="1" indent="-285750">
              <a:buFont typeface="Arial" panose="020B0604020202020204" pitchFamily="34" charset="0"/>
              <a:buChar char="•"/>
            </a:pPr>
            <a:r>
              <a:rPr lang="es-ES" sz="1700" dirty="0"/>
              <a:t>Notificación en caso de error (ej. "Correo electrónico ya registrado").</a:t>
            </a:r>
          </a:p>
          <a:p>
            <a:r>
              <a:rPr lang="es-ES" sz="1700" b="1" dirty="0"/>
              <a:t>Criterios de Aceptación</a:t>
            </a:r>
            <a:r>
              <a:rPr lang="es-ES" sz="1700" dirty="0"/>
              <a:t>:</a:t>
            </a:r>
          </a:p>
          <a:p>
            <a:pPr marL="742950" lvl="1" indent="-285750">
              <a:buFont typeface="Arial" panose="020B0604020202020204" pitchFamily="34" charset="0"/>
              <a:buChar char="•"/>
            </a:pPr>
            <a:r>
              <a:rPr lang="es-ES" sz="1700" dirty="0"/>
              <a:t>El sistema debe validar que el correo electrónico es único.</a:t>
            </a:r>
          </a:p>
          <a:p>
            <a:pPr marL="742950" lvl="1" indent="-285750">
              <a:buFont typeface="Arial" panose="020B0604020202020204" pitchFamily="34" charset="0"/>
              <a:buChar char="•"/>
            </a:pPr>
            <a:r>
              <a:rPr lang="es-ES" sz="1700" dirty="0"/>
              <a:t>La contraseña debe tener al menos 8 caracteres.</a:t>
            </a:r>
          </a:p>
          <a:p>
            <a:pPr marL="742950" lvl="1" indent="-285750">
              <a:buFont typeface="Arial" panose="020B0604020202020204" pitchFamily="34" charset="0"/>
              <a:buChar char="•"/>
            </a:pPr>
            <a:r>
              <a:rPr lang="es-ES" sz="1700" dirty="0"/>
              <a:t>El sistema debe enviar un correo de confirmación al usuario.</a:t>
            </a:r>
          </a:p>
          <a:p>
            <a:r>
              <a:rPr lang="es-ES" sz="1700" b="1" dirty="0"/>
              <a:t>Dependencias</a:t>
            </a:r>
            <a:r>
              <a:rPr lang="es-ES" sz="1700" dirty="0"/>
              <a:t>: El sistema de gestión de correos debe estar funcionando.</a:t>
            </a:r>
          </a:p>
          <a:p>
            <a:r>
              <a:rPr lang="es-ES" sz="1700" b="1" dirty="0"/>
              <a:t>Prioridad</a:t>
            </a:r>
            <a:r>
              <a:rPr lang="es-ES" sz="1700" dirty="0"/>
              <a:t>: Alta</a:t>
            </a:r>
          </a:p>
          <a:p>
            <a:pPr algn="just"/>
            <a:endParaRPr lang="es-CO" sz="2200" b="1" dirty="0"/>
          </a:p>
        </p:txBody>
      </p:sp>
    </p:spTree>
    <p:extLst>
      <p:ext uri="{BB962C8B-B14F-4D97-AF65-F5344CB8AC3E}">
        <p14:creationId xmlns:p14="http://schemas.microsoft.com/office/powerpoint/2010/main" val="601892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697A7-CAC6-8DF8-08DE-75C08E39B34E}"/>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450EFD01-B661-A176-11EB-67B646A56498}"/>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Análisis: Documentación de Requerimientos - Formato</a:t>
            </a:r>
          </a:p>
        </p:txBody>
      </p:sp>
      <p:sp>
        <p:nvSpPr>
          <p:cNvPr id="4" name="CuadroTexto 3">
            <a:extLst>
              <a:ext uri="{FF2B5EF4-FFF2-40B4-BE49-F238E27FC236}">
                <a16:creationId xmlns:a16="http://schemas.microsoft.com/office/drawing/2014/main" id="{AA5375ED-11FD-2CFA-B329-3552B6430049}"/>
              </a:ext>
            </a:extLst>
          </p:cNvPr>
          <p:cNvSpPr txBox="1"/>
          <p:nvPr/>
        </p:nvSpPr>
        <p:spPr>
          <a:xfrm>
            <a:off x="623392" y="2060848"/>
            <a:ext cx="11305256" cy="3816429"/>
          </a:xfrm>
          <a:prstGeom prst="rect">
            <a:avLst/>
          </a:prstGeom>
          <a:noFill/>
        </p:spPr>
        <p:txBody>
          <a:bodyPr wrap="square">
            <a:spAutoFit/>
          </a:bodyPr>
          <a:lstStyle/>
          <a:p>
            <a:pPr algn="just"/>
            <a:r>
              <a:rPr lang="es-ES" sz="2000" b="1" dirty="0"/>
              <a:t>1. Título del Requerimiento No Funcional</a:t>
            </a:r>
          </a:p>
          <a:p>
            <a:pPr algn="just"/>
            <a:r>
              <a:rPr lang="es-ES" sz="2000" b="1" dirty="0"/>
              <a:t>ID</a:t>
            </a:r>
            <a:r>
              <a:rPr lang="es-ES" sz="2000" dirty="0"/>
              <a:t>: RNF-001</a:t>
            </a:r>
          </a:p>
          <a:p>
            <a:pPr algn="just"/>
            <a:r>
              <a:rPr lang="es-ES" sz="2000" b="1" dirty="0"/>
              <a:t>Nombre del requerimiento</a:t>
            </a:r>
            <a:r>
              <a:rPr lang="es-ES" sz="2000" dirty="0"/>
              <a:t>: Rendimiento del sistema.</a:t>
            </a:r>
          </a:p>
          <a:p>
            <a:pPr algn="just"/>
            <a:r>
              <a:rPr lang="es-ES" sz="2000" b="1" dirty="0"/>
              <a:t>Descripción</a:t>
            </a:r>
            <a:r>
              <a:rPr lang="es-ES" sz="2000" dirty="0"/>
              <a:t>: El sistema debe ser capaz de procesar hasta 500 solicitudes por segundo sin degradar su rendimiento.</a:t>
            </a:r>
          </a:p>
          <a:p>
            <a:pPr algn="just"/>
            <a:r>
              <a:rPr lang="es-ES" sz="2000" b="1" dirty="0"/>
              <a:t>Requisito</a:t>
            </a:r>
            <a:r>
              <a:rPr lang="es-ES" sz="2000" dirty="0"/>
              <a:t>: El sistema debe responder dentro de 2 segundos para el 95% de las solicitudes.</a:t>
            </a:r>
          </a:p>
          <a:p>
            <a:pPr algn="just"/>
            <a:r>
              <a:rPr lang="es-ES" sz="2000" b="1" dirty="0"/>
              <a:t>Criterios de Aceptación</a:t>
            </a:r>
            <a:r>
              <a:rPr lang="es-ES" sz="2000" dirty="0"/>
              <a:t>:</a:t>
            </a:r>
          </a:p>
          <a:p>
            <a:pPr marL="742950" lvl="1" indent="-285750" algn="just">
              <a:buFont typeface="Arial" panose="020B0604020202020204" pitchFamily="34" charset="0"/>
              <a:buChar char="•"/>
            </a:pPr>
            <a:r>
              <a:rPr lang="es-ES" sz="2000" dirty="0"/>
              <a:t>El sistema debe ser probado con una carga de hasta 500 usuarios concurrentes.</a:t>
            </a:r>
          </a:p>
          <a:p>
            <a:pPr marL="742950" lvl="1" indent="-285750" algn="just">
              <a:buFont typeface="Arial" panose="020B0604020202020204" pitchFamily="34" charset="0"/>
              <a:buChar char="•"/>
            </a:pPr>
            <a:r>
              <a:rPr lang="es-ES" sz="2000" dirty="0"/>
              <a:t>El tiempo de respuesta debe ser inferior a 2 segundos en el 95% de las pruebas.</a:t>
            </a:r>
          </a:p>
          <a:p>
            <a:pPr algn="just"/>
            <a:r>
              <a:rPr lang="es-ES" sz="2000" b="1" dirty="0"/>
              <a:t>Dependencias</a:t>
            </a:r>
            <a:r>
              <a:rPr lang="es-ES" sz="2000" dirty="0"/>
              <a:t>: Infraestructura de red y servidores adecuados.</a:t>
            </a:r>
          </a:p>
          <a:p>
            <a:pPr algn="just"/>
            <a:r>
              <a:rPr lang="es-ES" sz="2000" b="1" dirty="0"/>
              <a:t>Prioridad</a:t>
            </a:r>
            <a:r>
              <a:rPr lang="es-ES" sz="2000" dirty="0"/>
              <a:t>: Alta</a:t>
            </a:r>
          </a:p>
          <a:p>
            <a:pPr algn="just"/>
            <a:endParaRPr lang="es-CO" sz="2200" b="1" dirty="0"/>
          </a:p>
        </p:txBody>
      </p:sp>
    </p:spTree>
    <p:extLst>
      <p:ext uri="{BB962C8B-B14F-4D97-AF65-F5344CB8AC3E}">
        <p14:creationId xmlns:p14="http://schemas.microsoft.com/office/powerpoint/2010/main" val="1970466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65B4-6EA3-9607-B1BD-A59ABD24BD7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1DE27253-4F20-EEB4-7AFA-333DF55FDF3C}"/>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Análisis: Documentación de Requerimientos</a:t>
            </a:r>
          </a:p>
        </p:txBody>
      </p:sp>
      <p:sp>
        <p:nvSpPr>
          <p:cNvPr id="4" name="CuadroTexto 3">
            <a:extLst>
              <a:ext uri="{FF2B5EF4-FFF2-40B4-BE49-F238E27FC236}">
                <a16:creationId xmlns:a16="http://schemas.microsoft.com/office/drawing/2014/main" id="{A3658762-8BD3-1FD3-D814-40D6829527A9}"/>
              </a:ext>
            </a:extLst>
          </p:cNvPr>
          <p:cNvSpPr txBox="1"/>
          <p:nvPr/>
        </p:nvSpPr>
        <p:spPr>
          <a:xfrm>
            <a:off x="1127448" y="1859340"/>
            <a:ext cx="10369152" cy="4493538"/>
          </a:xfrm>
          <a:prstGeom prst="rect">
            <a:avLst/>
          </a:prstGeom>
          <a:noFill/>
        </p:spPr>
        <p:txBody>
          <a:bodyPr wrap="square">
            <a:spAutoFit/>
          </a:bodyPr>
          <a:lstStyle/>
          <a:p>
            <a:pPr algn="just"/>
            <a:r>
              <a:rPr lang="es-ES" sz="2200" b="1" dirty="0"/>
              <a:t>Priorizar los Requerimientos: </a:t>
            </a:r>
            <a:r>
              <a:rPr lang="es-ES" sz="2200" dirty="0"/>
              <a:t>Clasificar los requisitos según su importancia y urgencia, identificando cuáles son esenciales para la funcionalidad básica del sistema y cuáles pueden ser añadidos en versiones futuras.</a:t>
            </a:r>
          </a:p>
          <a:p>
            <a:pPr algn="just"/>
            <a:endParaRPr lang="es-ES" sz="2200" dirty="0"/>
          </a:p>
          <a:p>
            <a:pPr algn="just"/>
            <a:r>
              <a:rPr lang="es-ES" sz="2200" b="1" dirty="0"/>
              <a:t>Detallar Casos de Uso: </a:t>
            </a:r>
            <a:r>
              <a:rPr lang="es-ES" sz="2200" dirty="0"/>
              <a:t>Elaborar casos de uso para cada funcionalidad principal, especificando el flujo de eventos y cómo cada actor interactúa con el sistema.</a:t>
            </a:r>
          </a:p>
          <a:p>
            <a:pPr algn="just"/>
            <a:endParaRPr lang="es-ES" sz="2200" dirty="0"/>
          </a:p>
          <a:p>
            <a:pPr algn="just"/>
            <a:r>
              <a:rPr lang="es-ES" sz="2200" b="1" dirty="0"/>
              <a:t>Modelado: </a:t>
            </a:r>
            <a:r>
              <a:rPr lang="es-ES" sz="2200" dirty="0"/>
              <a:t>Utilizar diagramas UML como diagrama de casos de uso, diagrama de secuencia, y diagrama de actividades para representar visualmente la estructura y flujo de trabajo del sistema.</a:t>
            </a:r>
          </a:p>
          <a:p>
            <a:pPr algn="just"/>
            <a:endParaRPr lang="es-ES" sz="2200" dirty="0"/>
          </a:p>
          <a:p>
            <a:pPr algn="just"/>
            <a:r>
              <a:rPr lang="es-ES" sz="2200" b="1" dirty="0"/>
              <a:t>Historias de Usuario: </a:t>
            </a:r>
            <a:r>
              <a:rPr lang="es-ES" sz="2200" dirty="0"/>
              <a:t>Descripción detallada de una funcionalidad que tiene una estructura definida.</a:t>
            </a:r>
            <a:endParaRPr lang="es-CO" sz="2200" b="1" dirty="0"/>
          </a:p>
        </p:txBody>
      </p:sp>
    </p:spTree>
    <p:extLst>
      <p:ext uri="{BB962C8B-B14F-4D97-AF65-F5344CB8AC3E}">
        <p14:creationId xmlns:p14="http://schemas.microsoft.com/office/powerpoint/2010/main" val="731589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03287-C122-4488-D317-DAE8492AF91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B8CC9D79-220D-A317-FE88-BBDC6BD3AF2A}"/>
              </a:ext>
            </a:extLst>
          </p:cNvPr>
          <p:cNvSpPr txBox="1">
            <a:spLocks/>
          </p:cNvSpPr>
          <p:nvPr/>
        </p:nvSpPr>
        <p:spPr>
          <a:xfrm>
            <a:off x="2014978" y="347687"/>
            <a:ext cx="8229600" cy="1143000"/>
          </a:xfrm>
          <a:prstGeom prst="rect">
            <a:avLst/>
          </a:prstGeom>
        </p:spPr>
        <p:txBody>
          <a:bodyPr>
            <a:normAutofit fontScale="90000" lnSpcReduction="200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Análisis: Documentación de Requerimientos – Formato (HU)</a:t>
            </a:r>
          </a:p>
        </p:txBody>
      </p:sp>
      <p:sp>
        <p:nvSpPr>
          <p:cNvPr id="4" name="CuadroTexto 3">
            <a:extLst>
              <a:ext uri="{FF2B5EF4-FFF2-40B4-BE49-F238E27FC236}">
                <a16:creationId xmlns:a16="http://schemas.microsoft.com/office/drawing/2014/main" id="{19C7C8F8-AA28-8B11-B812-E5E8B896D244}"/>
              </a:ext>
            </a:extLst>
          </p:cNvPr>
          <p:cNvSpPr txBox="1"/>
          <p:nvPr/>
        </p:nvSpPr>
        <p:spPr>
          <a:xfrm>
            <a:off x="623392" y="1801332"/>
            <a:ext cx="11305256" cy="4708981"/>
          </a:xfrm>
          <a:prstGeom prst="rect">
            <a:avLst/>
          </a:prstGeom>
          <a:noFill/>
        </p:spPr>
        <p:txBody>
          <a:bodyPr wrap="square">
            <a:spAutoFit/>
          </a:bodyPr>
          <a:lstStyle/>
          <a:p>
            <a:r>
              <a:rPr lang="es-ES" sz="2000" b="1" dirty="0"/>
              <a:t>ID</a:t>
            </a:r>
            <a:r>
              <a:rPr lang="es-ES" sz="2000" dirty="0"/>
              <a:t>: HU-001</a:t>
            </a:r>
            <a:br>
              <a:rPr lang="es-ES" sz="2000" dirty="0"/>
            </a:br>
            <a:r>
              <a:rPr lang="es-ES" sz="2000" b="1" dirty="0"/>
              <a:t>Título</a:t>
            </a:r>
            <a:r>
              <a:rPr lang="es-ES" sz="2000" dirty="0"/>
              <a:t>: Registro de Usuario</a:t>
            </a:r>
            <a:br>
              <a:rPr lang="es-ES" sz="2000" dirty="0"/>
            </a:br>
            <a:r>
              <a:rPr lang="es-ES" sz="2000" b="1" dirty="0"/>
              <a:t>Historia</a:t>
            </a:r>
            <a:r>
              <a:rPr lang="es-ES" sz="2000" dirty="0"/>
              <a:t>: Como </a:t>
            </a:r>
            <a:r>
              <a:rPr lang="es-ES" sz="2000" b="1" dirty="0"/>
              <a:t>usuario</a:t>
            </a:r>
            <a:r>
              <a:rPr lang="es-ES" sz="2000" dirty="0"/>
              <a:t>, quiero </a:t>
            </a:r>
            <a:r>
              <a:rPr lang="es-ES" sz="2000" b="1" dirty="0"/>
              <a:t>registrarme en el sistema</a:t>
            </a:r>
            <a:r>
              <a:rPr lang="es-ES" sz="2000" dirty="0"/>
              <a:t> para </a:t>
            </a:r>
            <a:r>
              <a:rPr lang="es-ES" sz="2000" b="1" dirty="0"/>
              <a:t>poder acceder a mis datos y configuraciones personalizadas</a:t>
            </a:r>
            <a:r>
              <a:rPr lang="es-ES" sz="2000" dirty="0"/>
              <a:t>.</a:t>
            </a:r>
          </a:p>
          <a:p>
            <a:r>
              <a:rPr lang="es-ES" sz="2000" b="1" dirty="0"/>
              <a:t>Criterios de Aceptación</a:t>
            </a:r>
            <a:r>
              <a:rPr lang="es-ES" sz="2000" dirty="0"/>
              <a:t>:</a:t>
            </a:r>
          </a:p>
          <a:p>
            <a:pPr marL="457200" indent="-457200">
              <a:buFont typeface="+mj-lt"/>
              <a:buAutoNum type="arabicPeriod"/>
            </a:pPr>
            <a:r>
              <a:rPr lang="es-ES" sz="2000" dirty="0"/>
              <a:t>El sistema debe solicitar el nombre completo, correo electrónico y contraseña.</a:t>
            </a:r>
          </a:p>
          <a:p>
            <a:pPr marL="457200" indent="-457200">
              <a:buFont typeface="+mj-lt"/>
              <a:buAutoNum type="arabicPeriod"/>
            </a:pPr>
            <a:r>
              <a:rPr lang="es-ES" sz="2000" dirty="0"/>
              <a:t>El sistema debe validar que el correo electrónico es único y mostrar un mensaje de error si el correo ya está registrado.</a:t>
            </a:r>
          </a:p>
          <a:p>
            <a:pPr marL="457200" indent="-457200">
              <a:buFont typeface="+mj-lt"/>
              <a:buAutoNum type="arabicPeriod"/>
            </a:pPr>
            <a:r>
              <a:rPr lang="es-ES" sz="2000" dirty="0"/>
              <a:t>El sistema debe asegurar que la contraseña tenga al menos 8 caracteres.</a:t>
            </a:r>
          </a:p>
          <a:p>
            <a:pPr marL="457200" indent="-457200">
              <a:buFont typeface="+mj-lt"/>
              <a:buAutoNum type="arabicPeriod"/>
            </a:pPr>
            <a:r>
              <a:rPr lang="es-ES" sz="2000" dirty="0"/>
              <a:t>El sistema debe enviar un correo de confirmación al usuario.</a:t>
            </a:r>
          </a:p>
          <a:p>
            <a:pPr marL="457200" indent="-457200">
              <a:buFont typeface="+mj-lt"/>
              <a:buAutoNum type="arabicPeriod"/>
            </a:pPr>
            <a:r>
              <a:rPr lang="es-ES" sz="2000" dirty="0"/>
              <a:t>El usuario debe poder ingresar con sus credenciales luego de completar el registro.</a:t>
            </a:r>
          </a:p>
          <a:p>
            <a:r>
              <a:rPr lang="es-ES" sz="2000" b="1" dirty="0"/>
              <a:t>Prioridad</a:t>
            </a:r>
            <a:r>
              <a:rPr lang="es-ES" sz="2000" dirty="0"/>
              <a:t>: Alta</a:t>
            </a:r>
            <a:br>
              <a:rPr lang="es-ES" sz="2000" dirty="0"/>
            </a:br>
            <a:r>
              <a:rPr lang="es-ES" sz="2000" b="1" dirty="0"/>
              <a:t>Estimación de esfuerzo</a:t>
            </a:r>
            <a:r>
              <a:rPr lang="es-ES" sz="2000" dirty="0"/>
              <a:t>: 5 puntos</a:t>
            </a:r>
            <a:br>
              <a:rPr lang="es-ES" sz="2000" dirty="0"/>
            </a:br>
            <a:r>
              <a:rPr lang="es-ES" sz="2000" b="1" dirty="0"/>
              <a:t>Dependencias</a:t>
            </a:r>
            <a:r>
              <a:rPr lang="es-ES" sz="2000" dirty="0"/>
              <a:t>: Base de datos de usuarios, sistema de envío de correos electrónicos.</a:t>
            </a:r>
            <a:br>
              <a:rPr lang="es-ES" sz="2000" dirty="0"/>
            </a:br>
            <a:r>
              <a:rPr lang="es-ES" sz="2000" b="1" dirty="0"/>
              <a:t>Notas</a:t>
            </a:r>
            <a:r>
              <a:rPr lang="es-ES" sz="2000" dirty="0"/>
              <a:t>: La interfaz debe ser fácil de usar, con validación en tiempo real de los campos obligatorios.</a:t>
            </a:r>
          </a:p>
        </p:txBody>
      </p:sp>
    </p:spTree>
    <p:extLst>
      <p:ext uri="{BB962C8B-B14F-4D97-AF65-F5344CB8AC3E}">
        <p14:creationId xmlns:p14="http://schemas.microsoft.com/office/powerpoint/2010/main" val="284448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23C07-39EB-A968-5FBA-444DAC0B6FEE}"/>
            </a:ext>
          </a:extLst>
        </p:cNvPr>
        <p:cNvGrpSpPr/>
        <p:nvPr/>
      </p:nvGrpSpPr>
      <p:grpSpPr>
        <a:xfrm>
          <a:off x="0" y="0"/>
          <a:ext cx="0" cy="0"/>
          <a:chOff x="0" y="0"/>
          <a:chExt cx="0" cy="0"/>
        </a:xfrm>
      </p:grpSpPr>
      <p:sp>
        <p:nvSpPr>
          <p:cNvPr id="2050" name="Rectangle 4">
            <a:extLst>
              <a:ext uri="{FF2B5EF4-FFF2-40B4-BE49-F238E27FC236}">
                <a16:creationId xmlns:a16="http://schemas.microsoft.com/office/drawing/2014/main" id="{D80E06AD-67C2-716F-6128-EC959FEE0529}"/>
              </a:ext>
            </a:extLst>
          </p:cNvPr>
          <p:cNvSpPr>
            <a:spLocks noGrp="1" noChangeArrowheads="1"/>
          </p:cNvSpPr>
          <p:nvPr>
            <p:ph type="ctrTitle" idx="4294967295"/>
          </p:nvPr>
        </p:nvSpPr>
        <p:spPr bwMode="auto">
          <a:xfrm>
            <a:off x="2207568" y="908720"/>
            <a:ext cx="8208912" cy="1851099"/>
          </a:xfrm>
          <a:prstGeom prst="rect">
            <a:avLst/>
          </a:prstGeom>
          <a:noFill/>
          <a:ln>
            <a:miter lim="800000"/>
            <a:headEnd/>
            <a:tailEnd/>
          </a:ln>
        </p:spPr>
        <p:txBody>
          <a:bodyPr/>
          <a:lstStyle/>
          <a:p>
            <a:r>
              <a:rPr lang="es-CO" sz="4800" b="1" dirty="0">
                <a:effectLst>
                  <a:outerShdw blurRad="38100" dist="38100" dir="2700000" algn="tl">
                    <a:srgbClr val="000000">
                      <a:alpha val="43137"/>
                    </a:srgbClr>
                  </a:outerShdw>
                </a:effectLst>
              </a:rPr>
              <a:t>MÓDULO 1</a:t>
            </a:r>
            <a:endParaRPr lang="en-US" sz="4800" b="1" dirty="0">
              <a:effectLst>
                <a:outerShdw blurRad="38100" dist="38100" dir="2700000" algn="tl">
                  <a:srgbClr val="000000">
                    <a:alpha val="43137"/>
                  </a:srgbClr>
                </a:outerShdw>
              </a:effectLst>
            </a:endParaRPr>
          </a:p>
        </p:txBody>
      </p:sp>
      <p:sp>
        <p:nvSpPr>
          <p:cNvPr id="9" name="Rectangle 4">
            <a:extLst>
              <a:ext uri="{FF2B5EF4-FFF2-40B4-BE49-F238E27FC236}">
                <a16:creationId xmlns:a16="http://schemas.microsoft.com/office/drawing/2014/main" id="{2D2CBF8A-8AF3-FA03-BD77-7F2D0534891B}"/>
              </a:ext>
            </a:extLst>
          </p:cNvPr>
          <p:cNvSpPr txBox="1">
            <a:spLocks noChangeArrowheads="1"/>
          </p:cNvSpPr>
          <p:nvPr/>
        </p:nvSpPr>
        <p:spPr bwMode="auto">
          <a:xfrm>
            <a:off x="2207568" y="3356993"/>
            <a:ext cx="8208912" cy="1851099"/>
          </a:xfrm>
          <a:prstGeom prst="rect">
            <a:avLst/>
          </a:prstGeom>
          <a:noFill/>
          <a:ln>
            <a:miter lim="800000"/>
            <a:headEnd/>
            <a:tailEnd/>
          </a:ln>
        </p:spPr>
        <p:txBody>
          <a:bodyPr/>
          <a:lstStyle/>
          <a:p>
            <a:pPr algn="ctr" eaLnBrk="0" hangingPunct="0">
              <a:defRPr/>
            </a:pPr>
            <a:r>
              <a:rPr lang="en-US" sz="2800" dirty="0">
                <a:effectLst>
                  <a:outerShdw blurRad="38100" dist="38100" dir="2700000" algn="tl">
                    <a:srgbClr val="000000">
                      <a:alpha val="43137"/>
                    </a:srgbClr>
                  </a:outerShdw>
                </a:effectLst>
                <a:latin typeface="+mj-lt"/>
                <a:ea typeface="+mj-ea"/>
                <a:cs typeface="+mj-cs"/>
              </a:rPr>
              <a:t>INGENIERÍA DE SOFTWARE I</a:t>
            </a: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r>
              <a:rPr lang="en-US" sz="2800" dirty="0">
                <a:effectLst>
                  <a:outerShdw blurRad="38100" dist="38100" dir="2700000" algn="tl">
                    <a:srgbClr val="000000">
                      <a:alpha val="43137"/>
                    </a:srgbClr>
                  </a:outerShdw>
                </a:effectLst>
                <a:latin typeface="+mj-lt"/>
                <a:ea typeface="+mj-ea"/>
                <a:cs typeface="+mj-cs"/>
              </a:rPr>
              <a:t>Albeiro Montes</a:t>
            </a:r>
          </a:p>
        </p:txBody>
      </p:sp>
      <p:pic>
        <p:nvPicPr>
          <p:cNvPr id="2" name="Imagen 1">
            <a:extLst>
              <a:ext uri="{FF2B5EF4-FFF2-40B4-BE49-F238E27FC236}">
                <a16:creationId xmlns:a16="http://schemas.microsoft.com/office/drawing/2014/main" id="{03B938B7-F56B-F966-B248-0B7B4E141B20}"/>
              </a:ext>
            </a:extLst>
          </p:cNvPr>
          <p:cNvPicPr>
            <a:picLocks noChangeAspect="1"/>
          </p:cNvPicPr>
          <p:nvPr/>
        </p:nvPicPr>
        <p:blipFill>
          <a:blip r:embed="rId3"/>
          <a:stretch>
            <a:fillRect/>
          </a:stretch>
        </p:blipFill>
        <p:spPr>
          <a:xfrm>
            <a:off x="7104112" y="5405610"/>
            <a:ext cx="2160240" cy="1119773"/>
          </a:xfrm>
          <a:prstGeom prst="rect">
            <a:avLst/>
          </a:prstGeom>
        </p:spPr>
      </p:pic>
      <p:pic>
        <p:nvPicPr>
          <p:cNvPr id="6" name="Picture 2" descr="Universidad Nacional (OCA-IDEA-UN)">
            <a:extLst>
              <a:ext uri="{FF2B5EF4-FFF2-40B4-BE49-F238E27FC236}">
                <a16:creationId xmlns:a16="http://schemas.microsoft.com/office/drawing/2014/main" id="{4BEF381D-4C56-F1A7-4CDD-316EC80BEF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8" y="5330959"/>
            <a:ext cx="2667280" cy="121891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3E9660B2-586E-D9CE-9CA7-3E6F35F3519A}"/>
              </a:ext>
            </a:extLst>
          </p:cNvPr>
          <p:cNvSpPr txBox="1"/>
          <p:nvPr/>
        </p:nvSpPr>
        <p:spPr>
          <a:xfrm>
            <a:off x="2220496" y="2104299"/>
            <a:ext cx="8208912" cy="523220"/>
          </a:xfrm>
          <a:prstGeom prst="rect">
            <a:avLst/>
          </a:prstGeom>
          <a:noFill/>
        </p:spPr>
        <p:txBody>
          <a:bodyPr wrap="square" rtlCol="0">
            <a:spAutoFit/>
          </a:bodyPr>
          <a:lstStyle/>
          <a:p>
            <a:pPr algn="ctr"/>
            <a:r>
              <a:rPr lang="es-CO" sz="2800" b="1" dirty="0"/>
              <a:t>Casos de Uso</a:t>
            </a:r>
          </a:p>
        </p:txBody>
      </p:sp>
    </p:spTree>
    <p:extLst>
      <p:ext uri="{BB962C8B-B14F-4D97-AF65-F5344CB8AC3E}">
        <p14:creationId xmlns:p14="http://schemas.microsoft.com/office/powerpoint/2010/main" val="3028801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3A86-AECF-A34A-5B41-A2D8D94ACAF8}"/>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1318551C-2A07-6465-8E2A-B60C7ACF251B}"/>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Casos de Uso</a:t>
            </a:r>
          </a:p>
        </p:txBody>
      </p:sp>
      <p:sp>
        <p:nvSpPr>
          <p:cNvPr id="4" name="CuadroTexto 3">
            <a:extLst>
              <a:ext uri="{FF2B5EF4-FFF2-40B4-BE49-F238E27FC236}">
                <a16:creationId xmlns:a16="http://schemas.microsoft.com/office/drawing/2014/main" id="{2E7753B4-E27B-8A5A-0221-F8960B3A1C2D}"/>
              </a:ext>
            </a:extLst>
          </p:cNvPr>
          <p:cNvSpPr txBox="1"/>
          <p:nvPr/>
        </p:nvSpPr>
        <p:spPr>
          <a:xfrm>
            <a:off x="623392" y="1801332"/>
            <a:ext cx="11305256" cy="4401205"/>
          </a:xfrm>
          <a:prstGeom prst="rect">
            <a:avLst/>
          </a:prstGeom>
          <a:noFill/>
        </p:spPr>
        <p:txBody>
          <a:bodyPr wrap="square">
            <a:spAutoFit/>
          </a:bodyPr>
          <a:lstStyle/>
          <a:p>
            <a:r>
              <a:rPr lang="es-ES" sz="2000" b="1" dirty="0"/>
              <a:t>¿Qué es un Caso de Uso?</a:t>
            </a:r>
          </a:p>
          <a:p>
            <a:pPr marL="342900" indent="-342900">
              <a:buFont typeface="Arial" panose="020B0604020202020204" pitchFamily="34" charset="0"/>
              <a:buChar char="•"/>
            </a:pPr>
            <a:endParaRPr lang="es-ES" sz="2000" b="1" dirty="0"/>
          </a:p>
          <a:p>
            <a:pPr marL="342900" indent="-342900" algn="just">
              <a:buFont typeface="Arial" panose="020B0604020202020204" pitchFamily="34" charset="0"/>
              <a:buChar char="•"/>
            </a:pPr>
            <a:r>
              <a:rPr lang="es-ES" sz="2000" dirty="0"/>
              <a:t>Un </a:t>
            </a:r>
            <a:r>
              <a:rPr lang="es-ES" sz="2000" b="1" dirty="0"/>
              <a:t>caso de uso</a:t>
            </a:r>
            <a:r>
              <a:rPr lang="es-ES" sz="2000" dirty="0"/>
              <a:t> es una </a:t>
            </a:r>
            <a:r>
              <a:rPr lang="es-ES" sz="2000" b="1" dirty="0"/>
              <a:t>descripción detallada</a:t>
            </a:r>
            <a:r>
              <a:rPr lang="es-ES" sz="2000" dirty="0"/>
              <a:t> de cómo un usuario (actor) interactúa con un sistema para lograr un objetivo específico.</a:t>
            </a:r>
          </a:p>
          <a:p>
            <a:pPr marL="342900" indent="-342900" algn="just">
              <a:buFont typeface="Arial" panose="020B0604020202020204" pitchFamily="34" charset="0"/>
              <a:buChar char="•"/>
            </a:pPr>
            <a:r>
              <a:rPr lang="es-ES" sz="2000" dirty="0"/>
              <a:t>Representa un </a:t>
            </a:r>
            <a:r>
              <a:rPr lang="es-ES" sz="2000" b="1" dirty="0"/>
              <a:t>escenario</a:t>
            </a:r>
            <a:r>
              <a:rPr lang="es-ES" sz="2000" dirty="0"/>
              <a:t> que muestra los pasos y la secuencia de eventos necesarios para completar una tarea.</a:t>
            </a:r>
          </a:p>
          <a:p>
            <a:pPr marL="342900" indent="-342900" algn="just">
              <a:buFont typeface="Arial" panose="020B0604020202020204" pitchFamily="34" charset="0"/>
              <a:buChar char="•"/>
            </a:pPr>
            <a:r>
              <a:rPr lang="es-ES" sz="2000" dirty="0"/>
              <a:t>Es una herramienta para capturar los </a:t>
            </a:r>
            <a:r>
              <a:rPr lang="es-ES" sz="2000" b="1" dirty="0"/>
              <a:t>requisitos funcionales</a:t>
            </a:r>
            <a:r>
              <a:rPr lang="es-ES" sz="2000" dirty="0"/>
              <a:t> del sistema.</a:t>
            </a:r>
          </a:p>
          <a:p>
            <a:pPr marL="342900" indent="-342900" algn="just">
              <a:buFont typeface="Arial" panose="020B0604020202020204" pitchFamily="34" charset="0"/>
              <a:buChar char="•"/>
            </a:pPr>
            <a:endParaRPr lang="es-ES" sz="2000" dirty="0"/>
          </a:p>
          <a:p>
            <a:pPr algn="just"/>
            <a:r>
              <a:rPr lang="es-ES" sz="2000" b="1" dirty="0"/>
              <a:t>¿Por qué utilizar Casos de Uso?</a:t>
            </a:r>
          </a:p>
          <a:p>
            <a:pPr marL="342900" indent="-342900" algn="just">
              <a:buFont typeface="Arial" panose="020B0604020202020204" pitchFamily="34" charset="0"/>
              <a:buChar char="•"/>
            </a:pPr>
            <a:r>
              <a:rPr lang="es-ES" sz="2000" dirty="0"/>
              <a:t>Ayudan a entender las necesidades del usuario.</a:t>
            </a:r>
          </a:p>
          <a:p>
            <a:pPr marL="342900" indent="-342900" algn="just">
              <a:buFont typeface="Arial" panose="020B0604020202020204" pitchFamily="34" charset="0"/>
              <a:buChar char="•"/>
            </a:pPr>
            <a:r>
              <a:rPr lang="es-ES" sz="2000" dirty="0"/>
              <a:t>Facilitan la comunicación entre los interesados, desarrolladores y analistas.</a:t>
            </a:r>
          </a:p>
          <a:p>
            <a:pPr marL="342900" indent="-342900" algn="just">
              <a:buFont typeface="Arial" panose="020B0604020202020204" pitchFamily="34" charset="0"/>
              <a:buChar char="•"/>
            </a:pPr>
            <a:r>
              <a:rPr lang="es-ES" sz="2000" dirty="0"/>
              <a:t>Proporcionan una visión clara de las funcionalidades que debe ofrecer el sistema.</a:t>
            </a:r>
          </a:p>
          <a:p>
            <a:pPr marL="342900" indent="-342900" algn="just">
              <a:buFont typeface="Arial" panose="020B0604020202020204" pitchFamily="34" charset="0"/>
              <a:buChar char="•"/>
            </a:pPr>
            <a:r>
              <a:rPr lang="es-ES" sz="2000" dirty="0"/>
              <a:t>Son una base para el diseño de interfaces y para definir casos de prueba.</a:t>
            </a:r>
          </a:p>
          <a:p>
            <a:pPr marL="342900" indent="-342900">
              <a:buFont typeface="Arial" panose="020B0604020202020204" pitchFamily="34" charset="0"/>
              <a:buChar char="•"/>
            </a:pPr>
            <a:endParaRPr lang="es-ES" sz="2000" dirty="0"/>
          </a:p>
        </p:txBody>
      </p:sp>
    </p:spTree>
    <p:extLst>
      <p:ext uri="{BB962C8B-B14F-4D97-AF65-F5344CB8AC3E}">
        <p14:creationId xmlns:p14="http://schemas.microsoft.com/office/powerpoint/2010/main" val="3383861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A3136-B5D2-6349-E5CA-74EE00F5F803}"/>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AA0A8294-7C60-4549-FC20-E0A956A6235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Casos de Uso</a:t>
            </a:r>
          </a:p>
        </p:txBody>
      </p:sp>
      <p:sp>
        <p:nvSpPr>
          <p:cNvPr id="4" name="CuadroTexto 3">
            <a:extLst>
              <a:ext uri="{FF2B5EF4-FFF2-40B4-BE49-F238E27FC236}">
                <a16:creationId xmlns:a16="http://schemas.microsoft.com/office/drawing/2014/main" id="{B2AAFE3A-6C90-C45E-BF38-9DF0D1545646}"/>
              </a:ext>
            </a:extLst>
          </p:cNvPr>
          <p:cNvSpPr txBox="1"/>
          <p:nvPr/>
        </p:nvSpPr>
        <p:spPr>
          <a:xfrm>
            <a:off x="623392" y="1801332"/>
            <a:ext cx="11305256" cy="4401205"/>
          </a:xfrm>
          <a:prstGeom prst="rect">
            <a:avLst/>
          </a:prstGeom>
          <a:noFill/>
        </p:spPr>
        <p:txBody>
          <a:bodyPr wrap="square">
            <a:spAutoFit/>
          </a:bodyPr>
          <a:lstStyle/>
          <a:p>
            <a:r>
              <a:rPr lang="es-ES" sz="2000" b="1" dirty="0"/>
              <a:t>Componentes de un Caso de Uso:</a:t>
            </a:r>
          </a:p>
          <a:p>
            <a:endParaRPr lang="es-ES" sz="2000" b="1" dirty="0"/>
          </a:p>
          <a:p>
            <a:pPr marL="457200" indent="-457200" algn="just">
              <a:buFont typeface="+mj-lt"/>
              <a:buAutoNum type="arabicPeriod"/>
            </a:pPr>
            <a:r>
              <a:rPr lang="es-ES" sz="2000" b="1" dirty="0"/>
              <a:t>Actor</a:t>
            </a:r>
            <a:r>
              <a:rPr lang="es-ES" sz="2000" dirty="0"/>
              <a:t>: Persona, sistema o entidad externa que interactúa con el sistema.</a:t>
            </a:r>
          </a:p>
          <a:p>
            <a:pPr marL="457200" indent="-457200" algn="just">
              <a:buFont typeface="+mj-lt"/>
              <a:buAutoNum type="arabicPeriod"/>
            </a:pPr>
            <a:endParaRPr lang="es-ES" sz="2000" dirty="0"/>
          </a:p>
          <a:p>
            <a:pPr marL="457200" indent="-457200" algn="just">
              <a:buFont typeface="+mj-lt"/>
              <a:buAutoNum type="arabicPeriod"/>
            </a:pPr>
            <a:r>
              <a:rPr lang="es-ES" sz="2000" b="1" dirty="0"/>
              <a:t>Caso de Uso</a:t>
            </a:r>
            <a:r>
              <a:rPr lang="es-ES" sz="2000" dirty="0"/>
              <a:t>: Describe la acción o función que realiza el sistema.</a:t>
            </a:r>
          </a:p>
          <a:p>
            <a:pPr marL="457200" indent="-457200" algn="just">
              <a:buFont typeface="+mj-lt"/>
              <a:buAutoNum type="arabicPeriod"/>
            </a:pPr>
            <a:endParaRPr lang="es-ES" sz="2000" dirty="0"/>
          </a:p>
          <a:p>
            <a:pPr marL="457200" indent="-457200" algn="just">
              <a:buFont typeface="+mj-lt"/>
              <a:buAutoNum type="arabicPeriod"/>
            </a:pPr>
            <a:r>
              <a:rPr lang="es-ES" sz="2000" b="1" dirty="0"/>
              <a:t>Escenario</a:t>
            </a:r>
            <a:r>
              <a:rPr lang="es-ES" sz="2000" dirty="0"/>
              <a:t>: Secuencia de pasos o eventos que se siguen para completar la tarea.</a:t>
            </a:r>
          </a:p>
          <a:p>
            <a:pPr marL="457200" indent="-457200" algn="just">
              <a:buFont typeface="+mj-lt"/>
              <a:buAutoNum type="arabicPeriod"/>
            </a:pPr>
            <a:endParaRPr lang="es-ES" sz="2000" dirty="0"/>
          </a:p>
          <a:p>
            <a:pPr marL="457200" indent="-457200" algn="just">
              <a:buFont typeface="+mj-lt"/>
              <a:buAutoNum type="arabicPeriod"/>
            </a:pPr>
            <a:r>
              <a:rPr lang="es-ES" sz="2000" b="1" dirty="0"/>
              <a:t>Precondición</a:t>
            </a:r>
            <a:r>
              <a:rPr lang="es-ES" sz="2000" dirty="0"/>
              <a:t>: Condición que debe cumplirse antes de que el caso de uso inicie.</a:t>
            </a:r>
          </a:p>
          <a:p>
            <a:pPr marL="457200" indent="-457200" algn="just">
              <a:buFont typeface="+mj-lt"/>
              <a:buAutoNum type="arabicPeriod"/>
            </a:pPr>
            <a:endParaRPr lang="es-ES" sz="2000" dirty="0"/>
          </a:p>
          <a:p>
            <a:pPr marL="457200" indent="-457200" algn="just">
              <a:buFont typeface="+mj-lt"/>
              <a:buAutoNum type="arabicPeriod"/>
            </a:pPr>
            <a:r>
              <a:rPr lang="es-ES" sz="2000" b="1" dirty="0"/>
              <a:t>Postcondición</a:t>
            </a:r>
            <a:r>
              <a:rPr lang="es-ES" sz="2000" dirty="0"/>
              <a:t>: Estado del sistema después de que el caso de uso ha finalizado.</a:t>
            </a:r>
          </a:p>
          <a:p>
            <a:pPr marL="457200" indent="-457200" algn="just">
              <a:buFont typeface="+mj-lt"/>
              <a:buAutoNum type="arabicPeriod"/>
            </a:pPr>
            <a:endParaRPr lang="es-ES" sz="2000" dirty="0"/>
          </a:p>
          <a:p>
            <a:pPr marL="457200" indent="-457200" algn="just">
              <a:buFont typeface="+mj-lt"/>
              <a:buAutoNum type="arabicPeriod"/>
            </a:pPr>
            <a:r>
              <a:rPr lang="es-ES" sz="2000" b="1" dirty="0"/>
              <a:t>Excepciones</a:t>
            </a:r>
            <a:r>
              <a:rPr lang="es-ES" sz="2000" dirty="0"/>
              <a:t>: Errores o situaciones especiales que pueden ocurrir durante la ejecución.</a:t>
            </a:r>
          </a:p>
          <a:p>
            <a:pPr marL="342900" indent="-342900">
              <a:buFont typeface="Arial" panose="020B0604020202020204" pitchFamily="34" charset="0"/>
              <a:buChar char="•"/>
            </a:pPr>
            <a:endParaRPr lang="es-ES" sz="2000" dirty="0"/>
          </a:p>
        </p:txBody>
      </p:sp>
    </p:spTree>
    <p:extLst>
      <p:ext uri="{BB962C8B-B14F-4D97-AF65-F5344CB8AC3E}">
        <p14:creationId xmlns:p14="http://schemas.microsoft.com/office/powerpoint/2010/main" val="1436619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A134-533B-71A1-6BF7-2343B8A55486}"/>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7ED10792-D654-7375-9C06-D7E4429EDD2F}"/>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Casos de Uso</a:t>
            </a:r>
          </a:p>
        </p:txBody>
      </p:sp>
      <p:sp>
        <p:nvSpPr>
          <p:cNvPr id="4" name="CuadroTexto 3">
            <a:extLst>
              <a:ext uri="{FF2B5EF4-FFF2-40B4-BE49-F238E27FC236}">
                <a16:creationId xmlns:a16="http://schemas.microsoft.com/office/drawing/2014/main" id="{847DD869-A339-D1F5-EF44-607FC2326218}"/>
              </a:ext>
            </a:extLst>
          </p:cNvPr>
          <p:cNvSpPr txBox="1"/>
          <p:nvPr/>
        </p:nvSpPr>
        <p:spPr>
          <a:xfrm>
            <a:off x="623392" y="1801332"/>
            <a:ext cx="11305256" cy="4308872"/>
          </a:xfrm>
          <a:prstGeom prst="rect">
            <a:avLst/>
          </a:prstGeom>
          <a:noFill/>
        </p:spPr>
        <p:txBody>
          <a:bodyPr wrap="square">
            <a:spAutoFit/>
          </a:bodyPr>
          <a:lstStyle/>
          <a:p>
            <a:r>
              <a:rPr lang="es-ES" b="1" dirty="0"/>
              <a:t>Ejemplo de Caso de Uso</a:t>
            </a:r>
          </a:p>
          <a:p>
            <a:endParaRPr lang="es-ES" b="1" dirty="0"/>
          </a:p>
          <a:p>
            <a:r>
              <a:rPr lang="es-ES" b="1" dirty="0"/>
              <a:t>Caso de uso</a:t>
            </a:r>
            <a:r>
              <a:rPr lang="es-ES" dirty="0"/>
              <a:t>: Sistema de Reserva de Hoteles: "Hacer una Reserva“</a:t>
            </a:r>
          </a:p>
          <a:p>
            <a:endParaRPr lang="es-ES" dirty="0"/>
          </a:p>
          <a:p>
            <a:pPr marL="285750" indent="-285750">
              <a:buFont typeface="Arial" panose="020B0604020202020204" pitchFamily="34" charset="0"/>
              <a:buChar char="•"/>
            </a:pPr>
            <a:r>
              <a:rPr lang="es-ES" b="1" dirty="0"/>
              <a:t>Actor</a:t>
            </a:r>
            <a:r>
              <a:rPr lang="es-ES" dirty="0"/>
              <a:t>: Cliente</a:t>
            </a:r>
          </a:p>
          <a:p>
            <a:pPr marL="285750" indent="-285750">
              <a:buFont typeface="Arial" panose="020B0604020202020204" pitchFamily="34" charset="0"/>
              <a:buChar char="•"/>
            </a:pPr>
            <a:r>
              <a:rPr lang="es-ES" b="1" dirty="0"/>
              <a:t>Caso de Uso</a:t>
            </a:r>
            <a:r>
              <a:rPr lang="es-ES" dirty="0"/>
              <a:t>: Realizar una reserva</a:t>
            </a:r>
          </a:p>
          <a:p>
            <a:pPr marL="285750" indent="-285750">
              <a:buFont typeface="Arial" panose="020B0604020202020204" pitchFamily="34" charset="0"/>
              <a:buChar char="•"/>
            </a:pPr>
            <a:r>
              <a:rPr lang="es-ES" b="1" dirty="0"/>
              <a:t>Escenario</a:t>
            </a:r>
            <a:r>
              <a:rPr lang="es-ES" dirty="0"/>
              <a:t>:</a:t>
            </a:r>
          </a:p>
          <a:p>
            <a:pPr marL="742950" lvl="1" indent="-285750">
              <a:buFont typeface="Arial" panose="020B0604020202020204" pitchFamily="34" charset="0"/>
              <a:buChar char="•"/>
            </a:pPr>
            <a:r>
              <a:rPr lang="es-ES" dirty="0"/>
              <a:t>El cliente selecciona las fechas de la estancia.</a:t>
            </a:r>
          </a:p>
          <a:p>
            <a:pPr marL="742950" lvl="1" indent="-285750">
              <a:buFont typeface="Arial" panose="020B0604020202020204" pitchFamily="34" charset="0"/>
              <a:buChar char="•"/>
            </a:pPr>
            <a:r>
              <a:rPr lang="es-ES" dirty="0"/>
              <a:t>Elige el tipo de habitación.</a:t>
            </a:r>
          </a:p>
          <a:p>
            <a:pPr marL="742950" lvl="1" indent="-285750">
              <a:buFont typeface="Arial" panose="020B0604020202020204" pitchFamily="34" charset="0"/>
              <a:buChar char="•"/>
            </a:pPr>
            <a:r>
              <a:rPr lang="es-ES" dirty="0"/>
              <a:t>Ingresa la información de pago.</a:t>
            </a:r>
          </a:p>
          <a:p>
            <a:pPr marL="742950" lvl="1" indent="-285750">
              <a:buFont typeface="Arial" panose="020B0604020202020204" pitchFamily="34" charset="0"/>
              <a:buChar char="•"/>
            </a:pPr>
            <a:r>
              <a:rPr lang="es-ES" dirty="0"/>
              <a:t>Confirma la reserva.</a:t>
            </a:r>
          </a:p>
          <a:p>
            <a:pPr marL="285750" indent="-285750">
              <a:buFont typeface="Arial" panose="020B0604020202020204" pitchFamily="34" charset="0"/>
              <a:buChar char="•"/>
            </a:pPr>
            <a:r>
              <a:rPr lang="es-ES" b="1" dirty="0"/>
              <a:t>Precondición</a:t>
            </a:r>
            <a:r>
              <a:rPr lang="es-ES" dirty="0"/>
              <a:t>: El cliente debe estar registrado.</a:t>
            </a:r>
          </a:p>
          <a:p>
            <a:pPr marL="285750" indent="-285750">
              <a:buFont typeface="Arial" panose="020B0604020202020204" pitchFamily="34" charset="0"/>
              <a:buChar char="•"/>
            </a:pPr>
            <a:r>
              <a:rPr lang="es-ES" b="1" dirty="0"/>
              <a:t>Postcondición</a:t>
            </a:r>
            <a:r>
              <a:rPr lang="es-ES" dirty="0"/>
              <a:t>: La reserva se confirma y se guarda en el sistema.</a:t>
            </a:r>
          </a:p>
          <a:p>
            <a:endParaRPr lang="es-ES" sz="2000" dirty="0"/>
          </a:p>
          <a:p>
            <a:pPr marL="342900" indent="-342900">
              <a:buFont typeface="Arial" panose="020B0604020202020204" pitchFamily="34" charset="0"/>
              <a:buChar char="•"/>
            </a:pPr>
            <a:endParaRPr lang="es-ES" sz="2000" dirty="0"/>
          </a:p>
        </p:txBody>
      </p:sp>
    </p:spTree>
    <p:extLst>
      <p:ext uri="{BB962C8B-B14F-4D97-AF65-F5344CB8AC3E}">
        <p14:creationId xmlns:p14="http://schemas.microsoft.com/office/powerpoint/2010/main" val="2947251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86445-B6DA-809D-44ED-7343D5C3071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5107FFF3-29EE-7FCA-E6E6-0E42FC6C859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Casos de Uso</a:t>
            </a:r>
          </a:p>
        </p:txBody>
      </p:sp>
      <p:sp>
        <p:nvSpPr>
          <p:cNvPr id="4" name="CuadroTexto 3">
            <a:extLst>
              <a:ext uri="{FF2B5EF4-FFF2-40B4-BE49-F238E27FC236}">
                <a16:creationId xmlns:a16="http://schemas.microsoft.com/office/drawing/2014/main" id="{9ACBD071-8BC3-E4B5-0B78-0017F1358B14}"/>
              </a:ext>
            </a:extLst>
          </p:cNvPr>
          <p:cNvSpPr txBox="1"/>
          <p:nvPr/>
        </p:nvSpPr>
        <p:spPr>
          <a:xfrm>
            <a:off x="767408" y="1490687"/>
            <a:ext cx="11305256" cy="6247864"/>
          </a:xfrm>
          <a:prstGeom prst="rect">
            <a:avLst/>
          </a:prstGeom>
          <a:noFill/>
        </p:spPr>
        <p:txBody>
          <a:bodyPr wrap="square">
            <a:spAutoFit/>
          </a:bodyPr>
          <a:lstStyle/>
          <a:p>
            <a:endParaRPr lang="es-ES" b="1" dirty="0"/>
          </a:p>
          <a:p>
            <a:r>
              <a:rPr lang="es-ES" b="1" dirty="0"/>
              <a:t>Ejemplo de Caso de Uso</a:t>
            </a:r>
          </a:p>
          <a:p>
            <a:endParaRPr lang="es-ES" b="1" dirty="0"/>
          </a:p>
          <a:p>
            <a:r>
              <a:rPr lang="es-ES" b="1" dirty="0"/>
              <a:t>Caso de Uso</a:t>
            </a:r>
            <a:r>
              <a:rPr lang="es-ES" dirty="0"/>
              <a:t>: Transferir Dinero entre Cuentas</a:t>
            </a:r>
          </a:p>
          <a:p>
            <a:endParaRPr lang="es-ES" dirty="0"/>
          </a:p>
          <a:p>
            <a:pPr marL="285750" indent="-285750" algn="just">
              <a:buFont typeface="Arial" panose="020B0604020202020204" pitchFamily="34" charset="0"/>
              <a:buChar char="•"/>
            </a:pPr>
            <a:r>
              <a:rPr lang="es-ES" b="1" dirty="0"/>
              <a:t>Actor</a:t>
            </a:r>
            <a:r>
              <a:rPr lang="es-ES" dirty="0"/>
              <a:t>: Cliente del banco</a:t>
            </a:r>
          </a:p>
          <a:p>
            <a:pPr marL="285750" indent="-285750" algn="just">
              <a:buFont typeface="Arial" panose="020B0604020202020204" pitchFamily="34" charset="0"/>
              <a:buChar char="•"/>
            </a:pPr>
            <a:r>
              <a:rPr lang="es-ES" b="1" dirty="0"/>
              <a:t>Precondición</a:t>
            </a:r>
            <a:r>
              <a:rPr lang="es-ES" dirty="0"/>
              <a:t>: El cliente ha iniciado sesión en su cuenta.</a:t>
            </a:r>
          </a:p>
          <a:p>
            <a:pPr marL="285750" indent="-285750" algn="just">
              <a:buFont typeface="Arial" panose="020B0604020202020204" pitchFamily="34" charset="0"/>
              <a:buChar char="•"/>
            </a:pPr>
            <a:r>
              <a:rPr lang="es-ES" b="1" dirty="0"/>
              <a:t>Escenario</a:t>
            </a:r>
            <a:r>
              <a:rPr lang="es-ES" dirty="0"/>
              <a:t>:</a:t>
            </a:r>
          </a:p>
          <a:p>
            <a:pPr marL="742950" lvl="1" indent="-285750" algn="just">
              <a:buFont typeface="Arial" panose="020B0604020202020204" pitchFamily="34" charset="0"/>
              <a:buChar char="•"/>
            </a:pPr>
            <a:r>
              <a:rPr lang="es-ES" dirty="0"/>
              <a:t>El cliente selecciona la opción "Transferencia de dinero".</a:t>
            </a:r>
          </a:p>
          <a:p>
            <a:pPr marL="742950" lvl="1" indent="-285750" algn="just">
              <a:buFont typeface="Arial" panose="020B0604020202020204" pitchFamily="34" charset="0"/>
              <a:buChar char="•"/>
            </a:pPr>
            <a:r>
              <a:rPr lang="es-ES" dirty="0"/>
              <a:t>Ingresa la cuenta de origen y la cuenta de destino.</a:t>
            </a:r>
          </a:p>
          <a:p>
            <a:pPr marL="742950" lvl="1" indent="-285750" algn="just">
              <a:buFont typeface="Arial" panose="020B0604020202020204" pitchFamily="34" charset="0"/>
              <a:buChar char="•"/>
            </a:pPr>
            <a:r>
              <a:rPr lang="es-ES" dirty="0"/>
              <a:t>Especifica la cantidad a transferir.</a:t>
            </a:r>
          </a:p>
          <a:p>
            <a:pPr marL="742950" lvl="1" indent="-285750" algn="just">
              <a:buFont typeface="Arial" panose="020B0604020202020204" pitchFamily="34" charset="0"/>
              <a:buChar char="•"/>
            </a:pPr>
            <a:r>
              <a:rPr lang="es-ES" dirty="0"/>
              <a:t>Confirma la operación.</a:t>
            </a:r>
          </a:p>
          <a:p>
            <a:pPr marL="742950" lvl="1" indent="-285750" algn="just">
              <a:buFont typeface="Arial" panose="020B0604020202020204" pitchFamily="34" charset="0"/>
              <a:buChar char="•"/>
            </a:pPr>
            <a:r>
              <a:rPr lang="es-ES" dirty="0"/>
              <a:t>El sistema verifica los fondos disponibles en la cuenta de origen.</a:t>
            </a:r>
          </a:p>
          <a:p>
            <a:pPr marL="742950" lvl="1" indent="-285750" algn="just">
              <a:buFont typeface="Arial" panose="020B0604020202020204" pitchFamily="34" charset="0"/>
              <a:buChar char="•"/>
            </a:pPr>
            <a:r>
              <a:rPr lang="es-ES" dirty="0"/>
              <a:t>Si hay fondos suficientes, se realiza la transferencia.</a:t>
            </a:r>
          </a:p>
          <a:p>
            <a:pPr marL="742950" lvl="1" indent="-285750" algn="just">
              <a:buFont typeface="Arial" panose="020B0604020202020204" pitchFamily="34" charset="0"/>
              <a:buChar char="•"/>
            </a:pPr>
            <a:r>
              <a:rPr lang="es-ES" dirty="0"/>
              <a:t>El sistema notifica al cliente el éxito de la transacción.</a:t>
            </a:r>
          </a:p>
          <a:p>
            <a:pPr marL="285750" indent="-285750" algn="just">
              <a:buFont typeface="Arial" panose="020B0604020202020204" pitchFamily="34" charset="0"/>
              <a:buChar char="•"/>
            </a:pPr>
            <a:r>
              <a:rPr lang="es-ES" b="1" dirty="0"/>
              <a:t>Postcondición</a:t>
            </a:r>
            <a:r>
              <a:rPr lang="es-ES" dirty="0"/>
              <a:t>: El dinero se ha transferido de la cuenta de origen a la cuenta de destino.</a:t>
            </a:r>
          </a:p>
          <a:p>
            <a:pPr marL="285750" indent="-285750" algn="just">
              <a:buFont typeface="Arial" panose="020B0604020202020204" pitchFamily="34" charset="0"/>
              <a:buChar char="•"/>
            </a:pPr>
            <a:r>
              <a:rPr lang="es-ES" b="1" dirty="0"/>
              <a:t>Excepciones</a:t>
            </a:r>
            <a:r>
              <a:rPr lang="es-ES" dirty="0"/>
              <a:t>:</a:t>
            </a:r>
          </a:p>
          <a:p>
            <a:pPr marL="742950" lvl="1" indent="-285750" algn="just">
              <a:buFont typeface="Arial" panose="020B0604020202020204" pitchFamily="34" charset="0"/>
              <a:buChar char="•"/>
            </a:pPr>
            <a:r>
              <a:rPr lang="es-ES" dirty="0"/>
              <a:t>Si no hay fondos suficientes, el sistema muestra un mensaje de error.</a:t>
            </a:r>
          </a:p>
          <a:p>
            <a:pPr marL="742950" lvl="1" indent="-285750" algn="just">
              <a:buFont typeface="Arial" panose="020B0604020202020204" pitchFamily="34" charset="0"/>
              <a:buChar char="•"/>
            </a:pPr>
            <a:r>
              <a:rPr lang="es-ES" dirty="0"/>
              <a:t>Si la cuenta de destino no existe, el sistema notifica al cliente y cancela la operación.</a:t>
            </a:r>
          </a:p>
          <a:p>
            <a:endParaRPr lang="es-ES" dirty="0"/>
          </a:p>
          <a:p>
            <a:endParaRPr lang="es-ES" sz="2000" dirty="0"/>
          </a:p>
          <a:p>
            <a:pPr marL="342900" indent="-342900">
              <a:buFont typeface="Arial" panose="020B0604020202020204" pitchFamily="34" charset="0"/>
              <a:buChar char="•"/>
            </a:pPr>
            <a:endParaRPr lang="es-ES" sz="2000" dirty="0"/>
          </a:p>
        </p:txBody>
      </p:sp>
    </p:spTree>
    <p:extLst>
      <p:ext uri="{BB962C8B-B14F-4D97-AF65-F5344CB8AC3E}">
        <p14:creationId xmlns:p14="http://schemas.microsoft.com/office/powerpoint/2010/main" val="1975608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182E-2B26-DDEF-1098-470B5775334C}"/>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B24B2942-855D-AE53-19C9-1081BB609BB4}"/>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Casos de Uso</a:t>
            </a:r>
          </a:p>
        </p:txBody>
      </p:sp>
      <p:sp>
        <p:nvSpPr>
          <p:cNvPr id="4" name="CuadroTexto 3">
            <a:extLst>
              <a:ext uri="{FF2B5EF4-FFF2-40B4-BE49-F238E27FC236}">
                <a16:creationId xmlns:a16="http://schemas.microsoft.com/office/drawing/2014/main" id="{EB57A089-B537-6338-DD0D-1F393F6AA360}"/>
              </a:ext>
            </a:extLst>
          </p:cNvPr>
          <p:cNvSpPr txBox="1"/>
          <p:nvPr/>
        </p:nvSpPr>
        <p:spPr>
          <a:xfrm>
            <a:off x="767408" y="1772816"/>
            <a:ext cx="11305256" cy="5416868"/>
          </a:xfrm>
          <a:prstGeom prst="rect">
            <a:avLst/>
          </a:prstGeom>
          <a:noFill/>
        </p:spPr>
        <p:txBody>
          <a:bodyPr wrap="square">
            <a:spAutoFit/>
          </a:bodyPr>
          <a:lstStyle/>
          <a:p>
            <a:r>
              <a:rPr lang="es-ES" b="1" dirty="0"/>
              <a:t>Ejemplo de Caso de Uso</a:t>
            </a:r>
          </a:p>
          <a:p>
            <a:endParaRPr lang="es-ES" b="1" dirty="0"/>
          </a:p>
          <a:p>
            <a:r>
              <a:rPr lang="es-ES" b="1" dirty="0"/>
              <a:t>Caso de Uso</a:t>
            </a:r>
            <a:r>
              <a:rPr lang="es-ES" dirty="0"/>
              <a:t>: Prestar un Libro</a:t>
            </a:r>
          </a:p>
          <a:p>
            <a:endParaRPr lang="es-ES" dirty="0"/>
          </a:p>
          <a:p>
            <a:pPr>
              <a:buFont typeface="Arial" panose="020B0604020202020204" pitchFamily="34" charset="0"/>
              <a:buChar char="•"/>
            </a:pPr>
            <a:r>
              <a:rPr lang="es-ES" b="1" dirty="0"/>
              <a:t>Actor</a:t>
            </a:r>
            <a:r>
              <a:rPr lang="es-ES" dirty="0"/>
              <a:t>: Bibliotecario</a:t>
            </a:r>
          </a:p>
          <a:p>
            <a:pPr>
              <a:buFont typeface="Arial" panose="020B0604020202020204" pitchFamily="34" charset="0"/>
              <a:buChar char="•"/>
            </a:pPr>
            <a:r>
              <a:rPr lang="es-ES" b="1" dirty="0"/>
              <a:t>Precondición</a:t>
            </a:r>
            <a:r>
              <a:rPr lang="es-ES" dirty="0"/>
              <a:t>: El usuario debe estar registrado en el sistema y el libro debe estar disponible.</a:t>
            </a:r>
          </a:p>
          <a:p>
            <a:pPr>
              <a:buFont typeface="Arial" panose="020B0604020202020204" pitchFamily="34" charset="0"/>
              <a:buChar char="•"/>
            </a:pPr>
            <a:r>
              <a:rPr lang="es-ES" b="1" dirty="0"/>
              <a:t>Escenario</a:t>
            </a:r>
            <a:r>
              <a:rPr lang="es-ES" dirty="0"/>
              <a:t>:</a:t>
            </a:r>
          </a:p>
          <a:p>
            <a:pPr marL="742950" lvl="1" indent="-285750">
              <a:buFont typeface="Arial" panose="020B0604020202020204" pitchFamily="34" charset="0"/>
              <a:buChar char="•"/>
            </a:pPr>
            <a:r>
              <a:rPr lang="es-ES" dirty="0"/>
              <a:t>El bibliotecario ingresa el ID del usuario.</a:t>
            </a:r>
          </a:p>
          <a:p>
            <a:pPr marL="742950" lvl="1" indent="-285750">
              <a:buFont typeface="Arial" panose="020B0604020202020204" pitchFamily="34" charset="0"/>
              <a:buChar char="•"/>
            </a:pPr>
            <a:r>
              <a:rPr lang="es-ES" dirty="0"/>
              <a:t>El bibliotecario escanea el código del libro a prestar.</a:t>
            </a:r>
          </a:p>
          <a:p>
            <a:pPr marL="742950" lvl="1" indent="-285750">
              <a:buFont typeface="Arial" panose="020B0604020202020204" pitchFamily="34" charset="0"/>
              <a:buChar char="•"/>
            </a:pPr>
            <a:r>
              <a:rPr lang="es-ES" dirty="0"/>
              <a:t>El sistema verifica la disponibilidad del libro.</a:t>
            </a:r>
          </a:p>
          <a:p>
            <a:pPr marL="742950" lvl="1" indent="-285750">
              <a:buFont typeface="Arial" panose="020B0604020202020204" pitchFamily="34" charset="0"/>
              <a:buChar char="•"/>
            </a:pPr>
            <a:r>
              <a:rPr lang="es-ES" dirty="0"/>
              <a:t>El sistema actualiza el estado del libro como "Prestado".</a:t>
            </a:r>
          </a:p>
          <a:p>
            <a:pPr marL="742950" lvl="1" indent="-285750">
              <a:buFont typeface="Arial" panose="020B0604020202020204" pitchFamily="34" charset="0"/>
              <a:buChar char="•"/>
            </a:pPr>
            <a:r>
              <a:rPr lang="es-ES" dirty="0"/>
              <a:t>El bibliotecario entrega el libro al usuario.</a:t>
            </a:r>
          </a:p>
          <a:p>
            <a:pPr>
              <a:buFont typeface="Arial" panose="020B0604020202020204" pitchFamily="34" charset="0"/>
              <a:buChar char="•"/>
            </a:pPr>
            <a:r>
              <a:rPr lang="es-ES" b="1" dirty="0"/>
              <a:t>Postcondición</a:t>
            </a:r>
            <a:r>
              <a:rPr lang="es-ES" dirty="0"/>
              <a:t>: El libro aparece como "Prestado" en el sistema y se registra al usuario como prestatario.</a:t>
            </a:r>
          </a:p>
          <a:p>
            <a:pPr>
              <a:buFont typeface="Arial" panose="020B0604020202020204" pitchFamily="34" charset="0"/>
              <a:buChar char="•"/>
            </a:pPr>
            <a:r>
              <a:rPr lang="es-ES" b="1" dirty="0"/>
              <a:t>Excepciones</a:t>
            </a:r>
            <a:r>
              <a:rPr lang="es-ES" dirty="0"/>
              <a:t>:</a:t>
            </a:r>
          </a:p>
          <a:p>
            <a:pPr marL="742950" lvl="1" indent="-285750">
              <a:buFont typeface="Arial" panose="020B0604020202020204" pitchFamily="34" charset="0"/>
              <a:buChar char="•"/>
            </a:pPr>
            <a:r>
              <a:rPr lang="es-ES" dirty="0"/>
              <a:t>Si el libro ya está prestado, el sistema muestra un mensaje indicando que el libro no está disponible.</a:t>
            </a:r>
          </a:p>
          <a:p>
            <a:pPr marL="742950" lvl="1" indent="-285750">
              <a:buFont typeface="Arial" panose="020B0604020202020204" pitchFamily="34" charset="0"/>
              <a:buChar char="•"/>
            </a:pPr>
            <a:r>
              <a:rPr lang="es-ES" dirty="0"/>
              <a:t>Si el usuario no está registrado, el sistema muestra un error.</a:t>
            </a:r>
          </a:p>
          <a:p>
            <a:endParaRPr lang="es-ES" dirty="0"/>
          </a:p>
          <a:p>
            <a:endParaRPr lang="es-ES" sz="2000" dirty="0"/>
          </a:p>
          <a:p>
            <a:pPr marL="342900" indent="-342900">
              <a:buFont typeface="Arial" panose="020B0604020202020204" pitchFamily="34" charset="0"/>
              <a:buChar char="•"/>
            </a:pPr>
            <a:endParaRPr lang="es-ES" sz="2000" dirty="0"/>
          </a:p>
        </p:txBody>
      </p:sp>
    </p:spTree>
    <p:extLst>
      <p:ext uri="{BB962C8B-B14F-4D97-AF65-F5344CB8AC3E}">
        <p14:creationId xmlns:p14="http://schemas.microsoft.com/office/powerpoint/2010/main" val="1124156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9FE02-62D2-22F0-BCE4-6E14F0A25502}"/>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5C4F9BFD-2CCD-7988-2D68-94D7D1A237A3}"/>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Diagramas de Casos de Uso</a:t>
            </a:r>
          </a:p>
        </p:txBody>
      </p:sp>
      <p:sp>
        <p:nvSpPr>
          <p:cNvPr id="4" name="CuadroTexto 3">
            <a:extLst>
              <a:ext uri="{FF2B5EF4-FFF2-40B4-BE49-F238E27FC236}">
                <a16:creationId xmlns:a16="http://schemas.microsoft.com/office/drawing/2014/main" id="{9E1863D8-C06D-C45F-FC6B-C100145EA17C}"/>
              </a:ext>
            </a:extLst>
          </p:cNvPr>
          <p:cNvSpPr txBox="1"/>
          <p:nvPr/>
        </p:nvSpPr>
        <p:spPr>
          <a:xfrm>
            <a:off x="623392" y="1772816"/>
            <a:ext cx="11305256" cy="2923877"/>
          </a:xfrm>
          <a:prstGeom prst="rect">
            <a:avLst/>
          </a:prstGeom>
          <a:noFill/>
        </p:spPr>
        <p:txBody>
          <a:bodyPr wrap="square">
            <a:spAutoFit/>
          </a:bodyPr>
          <a:lstStyle/>
          <a:p>
            <a:pPr algn="just"/>
            <a:r>
              <a:rPr lang="es-ES" b="1" dirty="0"/>
              <a:t>¿Qué es un Diagrama de Casos de Uso?</a:t>
            </a:r>
          </a:p>
          <a:p>
            <a:pPr algn="just"/>
            <a:endParaRPr lang="es-ES" b="1" dirty="0"/>
          </a:p>
          <a:p>
            <a:pPr marL="285750" indent="-285750" algn="just">
              <a:buFont typeface="Arial" panose="020B0604020202020204" pitchFamily="34" charset="0"/>
              <a:buChar char="•"/>
            </a:pPr>
            <a:r>
              <a:rPr lang="es-ES" dirty="0"/>
              <a:t>Es una representación gráfica que muestra la </a:t>
            </a:r>
            <a:r>
              <a:rPr lang="es-ES" b="1" dirty="0"/>
              <a:t>relación</a:t>
            </a:r>
            <a:r>
              <a:rPr lang="es-ES" dirty="0"/>
              <a:t> entre los </a:t>
            </a:r>
            <a:r>
              <a:rPr lang="es-ES" b="1" dirty="0"/>
              <a:t>actores</a:t>
            </a:r>
            <a:r>
              <a:rPr lang="es-ES" dirty="0"/>
              <a:t> y los </a:t>
            </a:r>
            <a:r>
              <a:rPr lang="es-ES" b="1" dirty="0"/>
              <a:t>casos de uso</a:t>
            </a:r>
            <a:r>
              <a:rPr lang="es-ES" dirty="0"/>
              <a:t> del sistema.</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diagrama describe </a:t>
            </a:r>
            <a:r>
              <a:rPr lang="es-ES" b="1" dirty="0"/>
              <a:t>qué</a:t>
            </a:r>
            <a:r>
              <a:rPr lang="es-ES" dirty="0"/>
              <a:t> hace el sistema, pero no </a:t>
            </a:r>
            <a:r>
              <a:rPr lang="es-ES" b="1" dirty="0"/>
              <a:t>cómo</a:t>
            </a:r>
            <a:r>
              <a:rPr lang="es-ES" dirty="0"/>
              <a:t> lo hace.</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Ayuda a entender y comunicar los </a:t>
            </a:r>
            <a:r>
              <a:rPr lang="es-ES" b="1" dirty="0"/>
              <a:t>requisitos funcionales</a:t>
            </a:r>
            <a:r>
              <a:rPr lang="es-ES" dirty="0"/>
              <a:t> del sistema.</a:t>
            </a:r>
          </a:p>
          <a:p>
            <a:pPr algn="just"/>
            <a:endParaRPr lang="es-ES" dirty="0"/>
          </a:p>
          <a:p>
            <a:pPr algn="just"/>
            <a:endParaRPr lang="es-ES" sz="2000" dirty="0"/>
          </a:p>
          <a:p>
            <a:pPr marL="342900" indent="-342900" algn="just">
              <a:buFont typeface="Arial" panose="020B0604020202020204" pitchFamily="34" charset="0"/>
              <a:buChar char="•"/>
            </a:pPr>
            <a:endParaRPr lang="es-ES" sz="2000" dirty="0"/>
          </a:p>
        </p:txBody>
      </p:sp>
    </p:spTree>
    <p:extLst>
      <p:ext uri="{BB962C8B-B14F-4D97-AF65-F5344CB8AC3E}">
        <p14:creationId xmlns:p14="http://schemas.microsoft.com/office/powerpoint/2010/main" val="3576242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6FAB0-821A-F5A7-DF90-CF6838EC1511}"/>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938BA637-12E5-3D01-DA52-99EB888F749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Diagramas de Casos de Uso</a:t>
            </a:r>
          </a:p>
        </p:txBody>
      </p:sp>
      <p:sp>
        <p:nvSpPr>
          <p:cNvPr id="3" name="CuadroTexto 2">
            <a:extLst>
              <a:ext uri="{FF2B5EF4-FFF2-40B4-BE49-F238E27FC236}">
                <a16:creationId xmlns:a16="http://schemas.microsoft.com/office/drawing/2014/main" id="{3EB7D524-3AE5-3D92-6B52-A4760B821C2B}"/>
              </a:ext>
            </a:extLst>
          </p:cNvPr>
          <p:cNvSpPr txBox="1"/>
          <p:nvPr/>
        </p:nvSpPr>
        <p:spPr>
          <a:xfrm>
            <a:off x="551384" y="1628800"/>
            <a:ext cx="11089232" cy="5124480"/>
          </a:xfrm>
          <a:prstGeom prst="rect">
            <a:avLst/>
          </a:prstGeom>
          <a:noFill/>
        </p:spPr>
        <p:txBody>
          <a:bodyPr wrap="square">
            <a:spAutoFit/>
          </a:bodyPr>
          <a:lstStyle/>
          <a:p>
            <a:pPr algn="just"/>
            <a:r>
              <a:rPr lang="es-ES" sz="1500" b="1" dirty="0"/>
              <a:t>Componentes de un Diagrama de Casos de Uso</a:t>
            </a:r>
          </a:p>
          <a:p>
            <a:pPr algn="just"/>
            <a:r>
              <a:rPr lang="es-ES" sz="1500" dirty="0"/>
              <a:t>Los elementos principales son:</a:t>
            </a:r>
          </a:p>
          <a:p>
            <a:pPr algn="just"/>
            <a:endParaRPr lang="es-ES" dirty="0"/>
          </a:p>
          <a:p>
            <a:pPr marL="342900" indent="-342900" algn="just">
              <a:buFont typeface="+mj-lt"/>
              <a:buAutoNum type="arabicPeriod"/>
            </a:pPr>
            <a:r>
              <a:rPr lang="es-ES" sz="1500" b="1" dirty="0"/>
              <a:t>Actor</a:t>
            </a:r>
            <a:r>
              <a:rPr lang="es-ES" sz="1500" dirty="0"/>
              <a:t>:</a:t>
            </a:r>
          </a:p>
          <a:p>
            <a:pPr marL="800100" lvl="1" indent="-342900" algn="just">
              <a:buFont typeface="+mj-lt"/>
              <a:buAutoNum type="arabicPeriod"/>
            </a:pPr>
            <a:r>
              <a:rPr lang="es-ES" sz="1500" dirty="0"/>
              <a:t>Representa a una </a:t>
            </a:r>
            <a:r>
              <a:rPr lang="es-ES" sz="1500" b="1" dirty="0"/>
              <a:t>persona, sistema o entidad externa</a:t>
            </a:r>
            <a:r>
              <a:rPr lang="es-ES" sz="1500" dirty="0"/>
              <a:t> que interactúa con el sistema.</a:t>
            </a:r>
          </a:p>
          <a:p>
            <a:pPr marL="800100" lvl="1" indent="-342900" algn="just">
              <a:buFont typeface="+mj-lt"/>
              <a:buAutoNum type="arabicPeriod"/>
            </a:pPr>
            <a:r>
              <a:rPr lang="es-ES" sz="1500" dirty="0"/>
              <a:t>Se dibuja como una figura de palo (</a:t>
            </a:r>
            <a:r>
              <a:rPr lang="es-ES" sz="1500" dirty="0" err="1"/>
              <a:t>stick</a:t>
            </a:r>
            <a:r>
              <a:rPr lang="es-ES" sz="1500" dirty="0"/>
              <a:t> figure).</a:t>
            </a:r>
          </a:p>
          <a:p>
            <a:pPr marL="800100" lvl="1" indent="-342900" algn="just">
              <a:buFont typeface="+mj-lt"/>
              <a:buAutoNum type="arabicPeriod"/>
            </a:pPr>
            <a:r>
              <a:rPr lang="es-ES" sz="1500" dirty="0"/>
              <a:t>Ejemplo: Cliente, Administrador, Usuario, Sistema de Pago.</a:t>
            </a:r>
          </a:p>
          <a:p>
            <a:pPr marL="800100" lvl="1" indent="-342900" algn="just">
              <a:buFont typeface="+mj-lt"/>
              <a:buAutoNum type="arabicPeriod"/>
            </a:pPr>
            <a:endParaRPr lang="es-ES" sz="1500" dirty="0"/>
          </a:p>
          <a:p>
            <a:pPr marL="342900" indent="-342900" algn="just">
              <a:buFont typeface="+mj-lt"/>
              <a:buAutoNum type="arabicPeriod"/>
            </a:pPr>
            <a:r>
              <a:rPr lang="es-ES" sz="1500" b="1" dirty="0"/>
              <a:t>Caso de Uso</a:t>
            </a:r>
            <a:r>
              <a:rPr lang="es-ES" sz="1500" dirty="0"/>
              <a:t>:</a:t>
            </a:r>
          </a:p>
          <a:p>
            <a:pPr marL="800100" lvl="1" indent="-342900" algn="just">
              <a:buFont typeface="+mj-lt"/>
              <a:buAutoNum type="arabicPeriod"/>
            </a:pPr>
            <a:r>
              <a:rPr lang="es-ES" sz="1500" dirty="0"/>
              <a:t>Describe una función o una tarea específica que realiza el sistema.</a:t>
            </a:r>
          </a:p>
          <a:p>
            <a:pPr marL="800100" lvl="1" indent="-342900" algn="just">
              <a:buFont typeface="+mj-lt"/>
              <a:buAutoNum type="arabicPeriod"/>
            </a:pPr>
            <a:r>
              <a:rPr lang="es-ES" sz="1500" dirty="0"/>
              <a:t>Se representa con una </a:t>
            </a:r>
            <a:r>
              <a:rPr lang="es-ES" sz="1500" b="1" dirty="0"/>
              <a:t>elipse</a:t>
            </a:r>
            <a:r>
              <a:rPr lang="es-ES" sz="1500" dirty="0"/>
              <a:t>.</a:t>
            </a:r>
          </a:p>
          <a:p>
            <a:pPr marL="800100" lvl="1" indent="-342900" algn="just">
              <a:buFont typeface="+mj-lt"/>
              <a:buAutoNum type="arabicPeriod"/>
            </a:pPr>
            <a:r>
              <a:rPr lang="es-ES" sz="1500" dirty="0"/>
              <a:t>Ejemplo: "Registrar usuario", "Hacer una compra", "Enviar notificación".</a:t>
            </a:r>
          </a:p>
          <a:p>
            <a:pPr marL="800100" lvl="1" indent="-342900" algn="just">
              <a:buFont typeface="+mj-lt"/>
              <a:buAutoNum type="arabicPeriod"/>
            </a:pPr>
            <a:endParaRPr lang="es-ES" sz="1500" dirty="0"/>
          </a:p>
          <a:p>
            <a:pPr marL="342900" indent="-342900" algn="just">
              <a:buFont typeface="+mj-lt"/>
              <a:buAutoNum type="arabicPeriod"/>
            </a:pPr>
            <a:r>
              <a:rPr lang="es-ES" sz="1500" b="1" dirty="0"/>
              <a:t>Relaciones</a:t>
            </a:r>
            <a:r>
              <a:rPr lang="es-ES" sz="1500" dirty="0"/>
              <a:t>:</a:t>
            </a:r>
          </a:p>
          <a:p>
            <a:pPr marL="800100" lvl="1" indent="-342900" algn="just">
              <a:buFont typeface="+mj-lt"/>
              <a:buAutoNum type="arabicPeriod"/>
            </a:pPr>
            <a:r>
              <a:rPr lang="es-ES" sz="1500" b="1" dirty="0"/>
              <a:t>Asociación</a:t>
            </a:r>
            <a:r>
              <a:rPr lang="es-ES" sz="1500" dirty="0"/>
              <a:t>: Conexión entre un actor y un caso de uso (una línea simple).</a:t>
            </a:r>
          </a:p>
          <a:p>
            <a:pPr marL="800100" lvl="1" indent="-342900" algn="just">
              <a:buFont typeface="+mj-lt"/>
              <a:buAutoNum type="arabicPeriod"/>
            </a:pPr>
            <a:r>
              <a:rPr lang="es-ES" sz="1500" b="1" dirty="0"/>
              <a:t>Extensión (&lt;&lt;</a:t>
            </a:r>
            <a:r>
              <a:rPr lang="es-ES" sz="1500" b="1" dirty="0" err="1"/>
              <a:t>extend</a:t>
            </a:r>
            <a:r>
              <a:rPr lang="es-ES" sz="1500" b="1" dirty="0"/>
              <a:t>&gt;&gt;)</a:t>
            </a:r>
            <a:r>
              <a:rPr lang="es-ES" sz="1500" dirty="0"/>
              <a:t>: Indica que un caso de uso puede extender otro caso de uso bajo ciertas condiciones.</a:t>
            </a:r>
          </a:p>
          <a:p>
            <a:pPr marL="800100" lvl="1" indent="-342900" algn="just">
              <a:buFont typeface="+mj-lt"/>
              <a:buAutoNum type="arabicPeriod"/>
            </a:pPr>
            <a:r>
              <a:rPr lang="es-ES" sz="1500" b="1" dirty="0"/>
              <a:t>Inclusión (&lt;&lt;</a:t>
            </a:r>
            <a:r>
              <a:rPr lang="es-ES" sz="1500" b="1" dirty="0" err="1"/>
              <a:t>include</a:t>
            </a:r>
            <a:r>
              <a:rPr lang="es-ES" sz="1500" b="1" dirty="0"/>
              <a:t>&gt;&gt;)</a:t>
            </a:r>
            <a:r>
              <a:rPr lang="es-ES" sz="1500" dirty="0"/>
              <a:t>: Indica que un caso de uso siempre incluye otro caso de uso.</a:t>
            </a:r>
          </a:p>
          <a:p>
            <a:pPr marL="800100" lvl="1" indent="-342900" algn="just">
              <a:buFont typeface="+mj-lt"/>
              <a:buAutoNum type="arabicPeriod"/>
            </a:pPr>
            <a:r>
              <a:rPr lang="es-ES" sz="1500" b="1" dirty="0"/>
              <a:t>Generalización</a:t>
            </a:r>
            <a:r>
              <a:rPr lang="es-ES" sz="1500" dirty="0"/>
              <a:t>: Relación jerárquica entre actores o casos de uso, similar a la herencia.</a:t>
            </a:r>
          </a:p>
          <a:p>
            <a:pPr marL="800100" lvl="1" indent="-342900" algn="just">
              <a:buFont typeface="+mj-lt"/>
              <a:buAutoNum type="arabicPeriod"/>
            </a:pPr>
            <a:endParaRPr lang="es-ES" sz="1500" dirty="0"/>
          </a:p>
          <a:p>
            <a:pPr marL="342900" indent="-342900" algn="just">
              <a:buFont typeface="+mj-lt"/>
              <a:buAutoNum type="arabicPeriod"/>
            </a:pPr>
            <a:r>
              <a:rPr lang="es-ES" sz="1500" b="1" dirty="0"/>
              <a:t>Sistema</a:t>
            </a:r>
            <a:r>
              <a:rPr lang="es-ES" sz="1500" dirty="0"/>
              <a:t>:</a:t>
            </a:r>
          </a:p>
          <a:p>
            <a:pPr marL="800100" lvl="1" indent="-342900" algn="just">
              <a:buFont typeface="+mj-lt"/>
              <a:buAutoNum type="arabicPeriod"/>
            </a:pPr>
            <a:r>
              <a:rPr lang="es-ES" sz="1500" dirty="0"/>
              <a:t>Representa el límite del sistema y se dibuja como un </a:t>
            </a:r>
            <a:r>
              <a:rPr lang="es-ES" sz="1500" b="1" dirty="0"/>
              <a:t>rectángulo</a:t>
            </a:r>
            <a:r>
              <a:rPr lang="es-ES" sz="1500" dirty="0"/>
              <a:t> que contiene los casos de uso.</a:t>
            </a:r>
          </a:p>
        </p:txBody>
      </p:sp>
    </p:spTree>
    <p:extLst>
      <p:ext uri="{BB962C8B-B14F-4D97-AF65-F5344CB8AC3E}">
        <p14:creationId xmlns:p14="http://schemas.microsoft.com/office/powerpoint/2010/main" val="1650323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63E36-2624-DC58-0AAF-46B93774577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D2688920-5E4A-BB7B-56D6-8C7D93E79D9B}"/>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Diagramas de Casos de Uso</a:t>
            </a:r>
          </a:p>
        </p:txBody>
      </p:sp>
      <p:sp>
        <p:nvSpPr>
          <p:cNvPr id="3" name="CuadroTexto 2">
            <a:extLst>
              <a:ext uri="{FF2B5EF4-FFF2-40B4-BE49-F238E27FC236}">
                <a16:creationId xmlns:a16="http://schemas.microsoft.com/office/drawing/2014/main" id="{F33D4512-869D-B07A-E6B7-DCE867B95971}"/>
              </a:ext>
            </a:extLst>
          </p:cNvPr>
          <p:cNvSpPr txBox="1"/>
          <p:nvPr/>
        </p:nvSpPr>
        <p:spPr>
          <a:xfrm>
            <a:off x="551384" y="1628800"/>
            <a:ext cx="11089232" cy="3924151"/>
          </a:xfrm>
          <a:prstGeom prst="rect">
            <a:avLst/>
          </a:prstGeom>
          <a:noFill/>
        </p:spPr>
        <p:txBody>
          <a:bodyPr wrap="square">
            <a:spAutoFit/>
          </a:bodyPr>
          <a:lstStyle/>
          <a:p>
            <a:r>
              <a:rPr lang="es-ES" b="1" dirty="0"/>
              <a:t>Tipos de Relaciones en los Diagramas de Casos de Uso</a:t>
            </a:r>
          </a:p>
          <a:p>
            <a:endParaRPr lang="es-ES" b="1" dirty="0"/>
          </a:p>
          <a:p>
            <a:pPr marL="342900" indent="-342900">
              <a:buFont typeface="+mj-lt"/>
              <a:buAutoNum type="arabicPeriod"/>
            </a:pPr>
            <a:r>
              <a:rPr lang="es-ES" b="1" dirty="0"/>
              <a:t>Relación de Inclusión (&lt;&lt;</a:t>
            </a:r>
            <a:r>
              <a:rPr lang="es-ES" b="1" dirty="0" err="1"/>
              <a:t>include</a:t>
            </a:r>
            <a:r>
              <a:rPr lang="es-ES" b="1" dirty="0"/>
              <a:t>&gt;&gt;)</a:t>
            </a:r>
            <a:r>
              <a:rPr lang="es-ES" dirty="0"/>
              <a:t>:</a:t>
            </a:r>
          </a:p>
          <a:p>
            <a:pPr marL="800100" lvl="1" indent="-342900">
              <a:buFont typeface="+mj-lt"/>
              <a:buAutoNum type="arabicPeriod"/>
            </a:pPr>
            <a:r>
              <a:rPr lang="es-ES" dirty="0"/>
              <a:t>Indica que un caso de uso </a:t>
            </a:r>
            <a:r>
              <a:rPr lang="es-ES" b="1" dirty="0"/>
              <a:t>incluye</a:t>
            </a:r>
            <a:r>
              <a:rPr lang="es-ES" dirty="0"/>
              <a:t> otro caso de uso siempre que se ejecute.</a:t>
            </a:r>
          </a:p>
          <a:p>
            <a:pPr marL="800100" lvl="1" indent="-342900">
              <a:buFont typeface="+mj-lt"/>
              <a:buAutoNum type="arabicPeriod"/>
            </a:pPr>
            <a:r>
              <a:rPr lang="es-ES" dirty="0"/>
              <a:t>Ejemplo: En "Hacer una compra", siempre se incluye "Realizar pago".</a:t>
            </a:r>
          </a:p>
          <a:p>
            <a:pPr marL="800100" lvl="1" indent="-342900">
              <a:buFont typeface="+mj-lt"/>
              <a:buAutoNum type="arabicPeriod"/>
            </a:pPr>
            <a:endParaRPr lang="es-ES" dirty="0"/>
          </a:p>
          <a:p>
            <a:pPr marL="342900" indent="-342900">
              <a:buFont typeface="+mj-lt"/>
              <a:buAutoNum type="arabicPeriod"/>
            </a:pPr>
            <a:r>
              <a:rPr lang="es-ES" b="1" dirty="0"/>
              <a:t>Relación de Extensión (&lt;&lt;</a:t>
            </a:r>
            <a:r>
              <a:rPr lang="es-ES" b="1" dirty="0" err="1"/>
              <a:t>extend</a:t>
            </a:r>
            <a:r>
              <a:rPr lang="es-ES" b="1" dirty="0"/>
              <a:t>&gt;&gt;)</a:t>
            </a:r>
            <a:r>
              <a:rPr lang="es-ES" dirty="0"/>
              <a:t>:</a:t>
            </a:r>
          </a:p>
          <a:p>
            <a:pPr marL="800100" lvl="1" indent="-342900">
              <a:buFont typeface="+mj-lt"/>
              <a:buAutoNum type="arabicPeriod"/>
            </a:pPr>
            <a:r>
              <a:rPr lang="es-ES" dirty="0"/>
              <a:t>Indica un </a:t>
            </a:r>
            <a:r>
              <a:rPr lang="es-ES" b="1" dirty="0"/>
              <a:t>comportamiento opcional</a:t>
            </a:r>
            <a:r>
              <a:rPr lang="es-ES" dirty="0"/>
              <a:t> o condicionado.</a:t>
            </a:r>
          </a:p>
          <a:p>
            <a:pPr marL="800100" lvl="1" indent="-342900">
              <a:buFont typeface="+mj-lt"/>
              <a:buAutoNum type="arabicPeriod"/>
            </a:pPr>
            <a:r>
              <a:rPr lang="es-ES" dirty="0"/>
              <a:t>Ejemplo: "Generar recibo" extiende "Realizar pago" si el cliente solicita un recibo.</a:t>
            </a:r>
          </a:p>
          <a:p>
            <a:pPr marL="800100" lvl="1" indent="-342900">
              <a:buFont typeface="+mj-lt"/>
              <a:buAutoNum type="arabicPeriod"/>
            </a:pPr>
            <a:endParaRPr lang="es-ES" dirty="0"/>
          </a:p>
          <a:p>
            <a:pPr marL="342900" indent="-342900">
              <a:buFont typeface="+mj-lt"/>
              <a:buAutoNum type="arabicPeriod"/>
            </a:pPr>
            <a:r>
              <a:rPr lang="es-ES" b="1" dirty="0"/>
              <a:t>Generalización</a:t>
            </a:r>
            <a:r>
              <a:rPr lang="es-ES" dirty="0"/>
              <a:t>:</a:t>
            </a:r>
          </a:p>
          <a:p>
            <a:pPr marL="800100" lvl="1" indent="-342900">
              <a:buFont typeface="+mj-lt"/>
              <a:buAutoNum type="arabicPeriod"/>
            </a:pPr>
            <a:r>
              <a:rPr lang="es-ES" dirty="0"/>
              <a:t>Se utiliza cuando un actor o caso de uso puede ser una </a:t>
            </a:r>
            <a:r>
              <a:rPr lang="es-ES" b="1" dirty="0"/>
              <a:t>especialización</a:t>
            </a:r>
            <a:r>
              <a:rPr lang="es-ES" dirty="0"/>
              <a:t> de otro.</a:t>
            </a:r>
          </a:p>
          <a:p>
            <a:pPr marL="800100" lvl="1" indent="-342900">
              <a:buFont typeface="+mj-lt"/>
              <a:buAutoNum type="arabicPeriod"/>
            </a:pPr>
            <a:r>
              <a:rPr lang="es-ES" dirty="0"/>
              <a:t>Ejemplo: "Administrador" hereda de "Usuario", ya que tiene permisos adicionales.</a:t>
            </a:r>
          </a:p>
          <a:p>
            <a:pPr algn="just"/>
            <a:endParaRPr lang="es-ES" sz="1500" dirty="0"/>
          </a:p>
        </p:txBody>
      </p:sp>
    </p:spTree>
    <p:extLst>
      <p:ext uri="{BB962C8B-B14F-4D97-AF65-F5344CB8AC3E}">
        <p14:creationId xmlns:p14="http://schemas.microsoft.com/office/powerpoint/2010/main" val="869402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F939-9EB3-425C-75B3-9E80BE1AB103}"/>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45421B41-19B6-AFF7-5024-FAF539905990}"/>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Diagramas de Casos de Uso</a:t>
            </a:r>
          </a:p>
        </p:txBody>
      </p:sp>
      <p:sp>
        <p:nvSpPr>
          <p:cNvPr id="3" name="CuadroTexto 2">
            <a:extLst>
              <a:ext uri="{FF2B5EF4-FFF2-40B4-BE49-F238E27FC236}">
                <a16:creationId xmlns:a16="http://schemas.microsoft.com/office/drawing/2014/main" id="{50E0446A-8DE2-1049-2464-74B3B1080F4E}"/>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D4ADF88-3486-D7D2-46BB-E2B9E28A63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5" name="Imagen 4" descr="Imagen que contiene Escala de tiempo&#10;&#10;Descripción generada automáticamente">
            <a:extLst>
              <a:ext uri="{FF2B5EF4-FFF2-40B4-BE49-F238E27FC236}">
                <a16:creationId xmlns:a16="http://schemas.microsoft.com/office/drawing/2014/main" id="{A5842E9E-0FA9-5B4B-76EB-D458D97B01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360" y="1859714"/>
            <a:ext cx="4478424" cy="4478424"/>
          </a:xfrm>
          <a:prstGeom prst="rect">
            <a:avLst/>
          </a:prstGeom>
        </p:spPr>
      </p:pic>
      <p:sp>
        <p:nvSpPr>
          <p:cNvPr id="6" name="CuadroTexto 5">
            <a:extLst>
              <a:ext uri="{FF2B5EF4-FFF2-40B4-BE49-F238E27FC236}">
                <a16:creationId xmlns:a16="http://schemas.microsoft.com/office/drawing/2014/main" id="{DC70BC9E-DE8D-59E0-8D40-A8958BBAF6A8}"/>
              </a:ext>
            </a:extLst>
          </p:cNvPr>
          <p:cNvSpPr txBox="1"/>
          <p:nvPr/>
        </p:nvSpPr>
        <p:spPr>
          <a:xfrm>
            <a:off x="1694384" y="6372542"/>
            <a:ext cx="2448272" cy="600164"/>
          </a:xfrm>
          <a:prstGeom prst="rect">
            <a:avLst/>
          </a:prstGeom>
          <a:noFill/>
        </p:spPr>
        <p:txBody>
          <a:bodyPr wrap="square">
            <a:spAutoFit/>
          </a:bodyPr>
          <a:lstStyle/>
          <a:p>
            <a:r>
              <a:rPr lang="es-ES" b="1" dirty="0"/>
              <a:t>Elaboración propia</a:t>
            </a:r>
            <a:r>
              <a:rPr lang="es-ES" dirty="0"/>
              <a:t>.</a:t>
            </a:r>
          </a:p>
          <a:p>
            <a:pPr algn="just"/>
            <a:endParaRPr lang="es-ES" sz="1500" dirty="0"/>
          </a:p>
        </p:txBody>
      </p:sp>
      <p:sp>
        <p:nvSpPr>
          <p:cNvPr id="9" name="CuadroTexto 8">
            <a:extLst>
              <a:ext uri="{FF2B5EF4-FFF2-40B4-BE49-F238E27FC236}">
                <a16:creationId xmlns:a16="http://schemas.microsoft.com/office/drawing/2014/main" id="{8746E2F6-F54F-2717-16A1-1AC71CD35F3A}"/>
              </a:ext>
            </a:extLst>
          </p:cNvPr>
          <p:cNvSpPr txBox="1"/>
          <p:nvPr/>
        </p:nvSpPr>
        <p:spPr>
          <a:xfrm>
            <a:off x="5511056" y="1859714"/>
            <a:ext cx="6649288" cy="4708981"/>
          </a:xfrm>
          <a:prstGeom prst="rect">
            <a:avLst/>
          </a:prstGeom>
          <a:noFill/>
        </p:spPr>
        <p:txBody>
          <a:bodyPr wrap="square">
            <a:spAutoFit/>
          </a:bodyPr>
          <a:lstStyle/>
          <a:p>
            <a:r>
              <a:rPr lang="es-ES" sz="1500" b="1" dirty="0"/>
              <a:t>Casos de Uso</a:t>
            </a:r>
          </a:p>
          <a:p>
            <a:endParaRPr lang="es-ES" sz="1500" b="1" dirty="0"/>
          </a:p>
          <a:p>
            <a:pPr marL="285750" indent="-285750">
              <a:buFont typeface="Arial" panose="020B0604020202020204" pitchFamily="34" charset="0"/>
              <a:buChar char="•"/>
            </a:pPr>
            <a:r>
              <a:rPr lang="es-ES" sz="1500" b="1" dirty="0"/>
              <a:t>Buscar Productos</a:t>
            </a:r>
            <a:r>
              <a:rPr lang="es-ES" sz="1500" dirty="0"/>
              <a:t>: Permite al cliente explorar el catálogo de productos.</a:t>
            </a:r>
          </a:p>
          <a:p>
            <a:pPr marL="285750" indent="-285750">
              <a:buFont typeface="Arial" panose="020B0604020202020204" pitchFamily="34" charset="0"/>
              <a:buChar char="•"/>
            </a:pPr>
            <a:r>
              <a:rPr lang="es-ES" sz="1500" b="1" dirty="0"/>
              <a:t>Agregar al Carrito</a:t>
            </a:r>
            <a:r>
              <a:rPr lang="es-ES" sz="1500" dirty="0"/>
              <a:t>: Función para seleccionar productos para la compra.</a:t>
            </a:r>
          </a:p>
          <a:p>
            <a:pPr marL="285750" indent="-285750">
              <a:buFont typeface="Arial" panose="020B0604020202020204" pitchFamily="34" charset="0"/>
              <a:buChar char="•"/>
            </a:pPr>
            <a:r>
              <a:rPr lang="es-ES" sz="1500" b="1" dirty="0"/>
              <a:t>Realizar Pago (</a:t>
            </a:r>
            <a:r>
              <a:rPr lang="es-ES" sz="1500" b="1" dirty="0" err="1"/>
              <a:t>Checkout</a:t>
            </a:r>
            <a:r>
              <a:rPr lang="es-ES" sz="1500" b="1" dirty="0"/>
              <a:t>)</a:t>
            </a:r>
            <a:r>
              <a:rPr lang="es-ES" sz="1500" dirty="0"/>
              <a:t>: El cliente finaliza su compra a través de esta función.</a:t>
            </a:r>
          </a:p>
          <a:p>
            <a:pPr marL="285750" indent="-285750">
              <a:buFont typeface="Arial" panose="020B0604020202020204" pitchFamily="34" charset="0"/>
              <a:buChar char="•"/>
            </a:pPr>
            <a:r>
              <a:rPr lang="es-ES" sz="1500" b="1" dirty="0"/>
              <a:t>Procesar Pago</a:t>
            </a:r>
            <a:r>
              <a:rPr lang="es-ES" sz="1500" dirty="0"/>
              <a:t>: Caso de uso extendido por el Sistema de Pago para manejar la transacción.</a:t>
            </a:r>
          </a:p>
          <a:p>
            <a:pPr marL="285750" indent="-285750">
              <a:buFont typeface="Arial" panose="020B0604020202020204" pitchFamily="34" charset="0"/>
              <a:buChar char="•"/>
            </a:pPr>
            <a:r>
              <a:rPr lang="es-ES" sz="1500" b="1" dirty="0"/>
              <a:t>Registrar Usuario</a:t>
            </a:r>
            <a:r>
              <a:rPr lang="es-ES" sz="1500" dirty="0"/>
              <a:t>: Necesario para que el cliente pueda realizar compras.</a:t>
            </a:r>
          </a:p>
          <a:p>
            <a:pPr marL="285750" indent="-285750">
              <a:buFont typeface="Arial" panose="020B0604020202020204" pitchFamily="34" charset="0"/>
              <a:buChar char="•"/>
            </a:pPr>
            <a:r>
              <a:rPr lang="es-ES" sz="1500" b="1" dirty="0"/>
              <a:t>Gestionar Inventario</a:t>
            </a:r>
            <a:r>
              <a:rPr lang="es-ES" sz="1500" dirty="0"/>
              <a:t>: El administrador puede añadir, modificar o eliminar productos del sistema.</a:t>
            </a:r>
          </a:p>
          <a:p>
            <a:pPr>
              <a:buFont typeface="Arial" panose="020B0604020202020204" pitchFamily="34" charset="0"/>
              <a:buChar char="•"/>
            </a:pPr>
            <a:endParaRPr lang="es-ES" sz="1500" dirty="0"/>
          </a:p>
          <a:p>
            <a:r>
              <a:rPr lang="es-ES" sz="1500" b="1" dirty="0"/>
              <a:t>Relaciones</a:t>
            </a:r>
          </a:p>
          <a:p>
            <a:pPr marL="285750" indent="-285750">
              <a:buFont typeface="Arial" panose="020B0604020202020204" pitchFamily="34" charset="0"/>
              <a:buChar char="•"/>
            </a:pPr>
            <a:r>
              <a:rPr lang="es-ES" sz="1500" b="1" dirty="0"/>
              <a:t>Asociación</a:t>
            </a:r>
            <a:r>
              <a:rPr lang="es-ES" sz="1500" dirty="0"/>
              <a:t>: Línea simple que conecta actores con los casos de uso que pueden ejecutar.</a:t>
            </a:r>
          </a:p>
          <a:p>
            <a:pPr marL="285750" indent="-285750">
              <a:buFont typeface="Arial" panose="020B0604020202020204" pitchFamily="34" charset="0"/>
              <a:buChar char="•"/>
            </a:pPr>
            <a:r>
              <a:rPr lang="es-ES" sz="1500" b="1" dirty="0"/>
              <a:t>Extensión (&lt;&lt;</a:t>
            </a:r>
            <a:r>
              <a:rPr lang="es-ES" sz="1500" b="1" dirty="0" err="1"/>
              <a:t>extend</a:t>
            </a:r>
            <a:r>
              <a:rPr lang="es-ES" sz="1500" b="1" dirty="0"/>
              <a:t>&gt;&gt;)</a:t>
            </a:r>
            <a:r>
              <a:rPr lang="es-ES" sz="1500" dirty="0"/>
              <a:t>: Indica un comportamiento opcional, como "Procesar Pago", que extiende "Realizar Pago".</a:t>
            </a:r>
          </a:p>
          <a:p>
            <a:pPr marL="285750" indent="-285750">
              <a:buFont typeface="Arial" panose="020B0604020202020204" pitchFamily="34" charset="0"/>
              <a:buChar char="•"/>
            </a:pPr>
            <a:r>
              <a:rPr lang="es-ES" sz="1500" b="1" dirty="0"/>
              <a:t>Inclusión (&lt;&lt;</a:t>
            </a:r>
            <a:r>
              <a:rPr lang="es-ES" sz="1500" b="1" dirty="0" err="1"/>
              <a:t>include</a:t>
            </a:r>
            <a:r>
              <a:rPr lang="es-ES" sz="1500" b="1" dirty="0"/>
              <a:t>&gt;&gt;)</a:t>
            </a:r>
            <a:r>
              <a:rPr lang="es-ES" sz="1500" dirty="0"/>
              <a:t>: Ejemplo de "Registrar Usuario", que siempre se incluye al realizar una compra.</a:t>
            </a:r>
          </a:p>
        </p:txBody>
      </p:sp>
    </p:spTree>
    <p:extLst>
      <p:ext uri="{BB962C8B-B14F-4D97-AF65-F5344CB8AC3E}">
        <p14:creationId xmlns:p14="http://schemas.microsoft.com/office/powerpoint/2010/main" val="3375971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61F09-7D80-DB78-7F4B-7F85BC1A2884}"/>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B6ADE8F1-70CE-E123-5765-89BCEEEC0CD9}"/>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Diagramas de Casos de Uso</a:t>
            </a:r>
          </a:p>
        </p:txBody>
      </p:sp>
      <p:sp>
        <p:nvSpPr>
          <p:cNvPr id="3" name="CuadroTexto 2">
            <a:extLst>
              <a:ext uri="{FF2B5EF4-FFF2-40B4-BE49-F238E27FC236}">
                <a16:creationId xmlns:a16="http://schemas.microsoft.com/office/drawing/2014/main" id="{C2E25EFA-33D5-5E13-19DA-70AD4A9D934B}"/>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3E870632-F7B5-CFDD-2166-72D34D5799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050" name="Picture 2" descr="Casos de uso UML para un modelo simple de restaurante.">
            <a:extLst>
              <a:ext uri="{FF2B5EF4-FFF2-40B4-BE49-F238E27FC236}">
                <a16:creationId xmlns:a16="http://schemas.microsoft.com/office/drawing/2014/main" id="{C1A34AC5-6758-F2A4-2371-1B4E02D52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2" y="1490687"/>
            <a:ext cx="5973492" cy="459005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F9E5E3A7-BD2F-008F-AAD3-11899A0F8837}"/>
              </a:ext>
            </a:extLst>
          </p:cNvPr>
          <p:cNvSpPr txBox="1"/>
          <p:nvPr/>
        </p:nvSpPr>
        <p:spPr>
          <a:xfrm>
            <a:off x="1631504" y="5835666"/>
            <a:ext cx="2448272" cy="600164"/>
          </a:xfrm>
          <a:prstGeom prst="rect">
            <a:avLst/>
          </a:prstGeom>
          <a:noFill/>
        </p:spPr>
        <p:txBody>
          <a:bodyPr wrap="square">
            <a:spAutoFit/>
          </a:bodyPr>
          <a:lstStyle/>
          <a:p>
            <a:r>
              <a:rPr lang="es-ES" b="1" dirty="0"/>
              <a:t>Desde Wikipedia</a:t>
            </a:r>
            <a:endParaRPr lang="es-ES" dirty="0"/>
          </a:p>
          <a:p>
            <a:pPr algn="just"/>
            <a:endParaRPr lang="es-ES" sz="1500" dirty="0"/>
          </a:p>
        </p:txBody>
      </p:sp>
      <p:sp>
        <p:nvSpPr>
          <p:cNvPr id="8" name="CuadroTexto 7">
            <a:extLst>
              <a:ext uri="{FF2B5EF4-FFF2-40B4-BE49-F238E27FC236}">
                <a16:creationId xmlns:a16="http://schemas.microsoft.com/office/drawing/2014/main" id="{9505702F-0394-30DF-A506-B747FAEF3C55}"/>
              </a:ext>
            </a:extLst>
          </p:cNvPr>
          <p:cNvSpPr txBox="1"/>
          <p:nvPr/>
        </p:nvSpPr>
        <p:spPr>
          <a:xfrm>
            <a:off x="5741172" y="1473567"/>
            <a:ext cx="6097904" cy="5401479"/>
          </a:xfrm>
          <a:prstGeom prst="rect">
            <a:avLst/>
          </a:prstGeom>
          <a:noFill/>
        </p:spPr>
        <p:txBody>
          <a:bodyPr wrap="square">
            <a:spAutoFit/>
          </a:bodyPr>
          <a:lstStyle/>
          <a:p>
            <a:r>
              <a:rPr lang="es-ES" sz="1500" b="1" dirty="0"/>
              <a:t>Casos de Uso</a:t>
            </a:r>
          </a:p>
          <a:p>
            <a:endParaRPr lang="es-ES" sz="1500" b="1" dirty="0"/>
          </a:p>
          <a:p>
            <a:pPr marL="342900" indent="-342900">
              <a:buFont typeface="+mj-lt"/>
              <a:buAutoNum type="arabicPeriod"/>
            </a:pPr>
            <a:r>
              <a:rPr lang="es-ES" sz="1500" b="1" dirty="0"/>
              <a:t>Probar la comida</a:t>
            </a:r>
            <a:r>
              <a:rPr lang="es-ES" sz="1500" dirty="0"/>
              <a:t>: Caso de uso que representa al cliente probando los alimentos.</a:t>
            </a:r>
          </a:p>
          <a:p>
            <a:pPr marL="342900" indent="-342900">
              <a:buFont typeface="+mj-lt"/>
              <a:buAutoNum type="arabicPeriod"/>
            </a:pPr>
            <a:r>
              <a:rPr lang="es-ES" sz="1500" b="1" dirty="0"/>
              <a:t>Pagar la comida</a:t>
            </a:r>
            <a:r>
              <a:rPr lang="es-ES" sz="1500" dirty="0"/>
              <a:t>: Caso de uso donde el cliente realiza el pago por los alimentos consumidos.</a:t>
            </a:r>
          </a:p>
          <a:p>
            <a:pPr marL="342900" indent="-342900">
              <a:buFont typeface="+mj-lt"/>
              <a:buAutoNum type="arabicPeriod"/>
            </a:pPr>
            <a:r>
              <a:rPr lang="es-ES" sz="1500" b="1" dirty="0"/>
              <a:t>Beber vino</a:t>
            </a:r>
            <a:r>
              <a:rPr lang="es-ES" sz="1500" dirty="0"/>
              <a:t>: Caso de uso que permite al cliente consumir bebidas alcohólicas, específicamente vino.</a:t>
            </a:r>
          </a:p>
          <a:p>
            <a:pPr marL="342900" indent="-342900">
              <a:buFont typeface="+mj-lt"/>
              <a:buAutoNum type="arabicPeriod"/>
            </a:pPr>
            <a:r>
              <a:rPr lang="es-ES" sz="1500" b="1" dirty="0"/>
              <a:t>Preparar la comida</a:t>
            </a:r>
            <a:r>
              <a:rPr lang="es-ES" sz="1500" dirty="0"/>
              <a:t>: Caso de uso correspondiente a la preparación de los platos, realizado por el personal del restaurante.</a:t>
            </a:r>
          </a:p>
          <a:p>
            <a:pPr marL="342900" indent="-342900">
              <a:buFont typeface="+mj-lt"/>
              <a:buAutoNum type="arabicPeriod"/>
            </a:pPr>
            <a:endParaRPr lang="es-ES" sz="1500" dirty="0"/>
          </a:p>
          <a:p>
            <a:r>
              <a:rPr lang="es-ES" sz="1500" b="1" dirty="0"/>
              <a:t>Actores</a:t>
            </a:r>
          </a:p>
          <a:p>
            <a:endParaRPr lang="es-ES" sz="1500" b="1" dirty="0"/>
          </a:p>
          <a:p>
            <a:pPr marL="285750" indent="-285750">
              <a:buFont typeface="Arial" panose="020B0604020202020204" pitchFamily="34" charset="0"/>
              <a:buChar char="•"/>
            </a:pPr>
            <a:r>
              <a:rPr lang="es-ES" sz="1500" b="1" dirty="0"/>
              <a:t>Cliente</a:t>
            </a:r>
            <a:r>
              <a:rPr lang="es-ES" sz="1500" dirty="0"/>
              <a:t> (actor a la izquierda): Interactúa con los casos de uso "Probar la comida", "Pagar la comida" y "Beber vino".</a:t>
            </a:r>
          </a:p>
          <a:p>
            <a:pPr marL="285750" indent="-285750">
              <a:buFont typeface="Arial" panose="020B0604020202020204" pitchFamily="34" charset="0"/>
              <a:buChar char="•"/>
            </a:pPr>
            <a:r>
              <a:rPr lang="es-ES" sz="1500" b="1" dirty="0"/>
              <a:t>Cocinero o Personal del Restaurante</a:t>
            </a:r>
            <a:r>
              <a:rPr lang="es-ES" sz="1500" dirty="0"/>
              <a:t> (actor a la derecha): Asociado con el caso de uso "Preparar la comida".</a:t>
            </a:r>
          </a:p>
          <a:p>
            <a:pPr>
              <a:buFont typeface="Arial" panose="020B0604020202020204" pitchFamily="34" charset="0"/>
              <a:buChar char="•"/>
            </a:pPr>
            <a:endParaRPr lang="es-ES" sz="1500" dirty="0"/>
          </a:p>
          <a:p>
            <a:r>
              <a:rPr lang="es-ES" sz="1500" b="1" dirty="0"/>
              <a:t>Relaciones</a:t>
            </a:r>
          </a:p>
          <a:p>
            <a:pPr marL="285750" indent="-285750">
              <a:buFont typeface="Arial" panose="020B0604020202020204" pitchFamily="34" charset="0"/>
              <a:buChar char="•"/>
            </a:pPr>
            <a:r>
              <a:rPr lang="es-ES" sz="1500" dirty="0"/>
              <a:t>Cada línea conecta a un actor con los casos de uso que realiza, indicando la interacción directa entre los usuarios y las funcionalidades del sistema.</a:t>
            </a:r>
          </a:p>
        </p:txBody>
      </p:sp>
    </p:spTree>
    <p:extLst>
      <p:ext uri="{BB962C8B-B14F-4D97-AF65-F5344CB8AC3E}">
        <p14:creationId xmlns:p14="http://schemas.microsoft.com/office/powerpoint/2010/main" val="3977871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169F-3322-68D8-D4BB-F3D343195D52}"/>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26EF945C-6F19-3DD1-4FD7-BBBA83613044}"/>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Diccionario de Datos</a:t>
            </a:r>
          </a:p>
        </p:txBody>
      </p:sp>
      <p:sp>
        <p:nvSpPr>
          <p:cNvPr id="3" name="CuadroTexto 2">
            <a:extLst>
              <a:ext uri="{FF2B5EF4-FFF2-40B4-BE49-F238E27FC236}">
                <a16:creationId xmlns:a16="http://schemas.microsoft.com/office/drawing/2014/main" id="{DF5169D1-8696-8D1D-DF77-800701B98045}"/>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33BCAADB-519C-D7A3-05FA-B87E977EB9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8" name="CuadroTexto 7">
            <a:extLst>
              <a:ext uri="{FF2B5EF4-FFF2-40B4-BE49-F238E27FC236}">
                <a16:creationId xmlns:a16="http://schemas.microsoft.com/office/drawing/2014/main" id="{967CCD1E-D304-0F43-87A4-1DCA48D9321D}"/>
              </a:ext>
            </a:extLst>
          </p:cNvPr>
          <p:cNvSpPr txBox="1"/>
          <p:nvPr/>
        </p:nvSpPr>
        <p:spPr>
          <a:xfrm>
            <a:off x="749844" y="1473567"/>
            <a:ext cx="11089232" cy="1708160"/>
          </a:xfrm>
          <a:prstGeom prst="rect">
            <a:avLst/>
          </a:prstGeom>
          <a:noFill/>
        </p:spPr>
        <p:txBody>
          <a:bodyPr wrap="square">
            <a:spAutoFit/>
          </a:bodyPr>
          <a:lstStyle/>
          <a:p>
            <a:r>
              <a:rPr lang="es-ES" sz="1500" b="1" dirty="0"/>
              <a:t>¿Qué es un diccionario de datos?  ¿Por qué es importante?</a:t>
            </a:r>
          </a:p>
          <a:p>
            <a:endParaRPr lang="es-ES" sz="1500" b="1" dirty="0"/>
          </a:p>
          <a:p>
            <a:endParaRPr lang="es-ES" sz="1500" b="1" dirty="0"/>
          </a:p>
          <a:p>
            <a:endParaRPr lang="es-ES" sz="1500" b="1" dirty="0"/>
          </a:p>
          <a:p>
            <a:endParaRPr lang="es-ES" sz="1500" b="1" dirty="0"/>
          </a:p>
          <a:p>
            <a:endParaRPr lang="es-ES" sz="1500" b="1" dirty="0"/>
          </a:p>
          <a:p>
            <a:endParaRPr lang="es-ES" sz="1500" b="1" dirty="0"/>
          </a:p>
        </p:txBody>
      </p:sp>
      <p:pic>
        <p:nvPicPr>
          <p:cNvPr id="6" name="Imagen 5" descr="Icono&#10;&#10;Descripción generada automáticamente">
            <a:extLst>
              <a:ext uri="{FF2B5EF4-FFF2-40B4-BE49-F238E27FC236}">
                <a16:creationId xmlns:a16="http://schemas.microsoft.com/office/drawing/2014/main" id="{70740455-3840-FC29-1749-169273899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3225" y="2289924"/>
            <a:ext cx="6000750" cy="4019550"/>
          </a:xfrm>
          <a:prstGeom prst="rect">
            <a:avLst/>
          </a:prstGeom>
        </p:spPr>
      </p:pic>
    </p:spTree>
    <p:extLst>
      <p:ext uri="{BB962C8B-B14F-4D97-AF65-F5344CB8AC3E}">
        <p14:creationId xmlns:p14="http://schemas.microsoft.com/office/powerpoint/2010/main" val="2972258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F619B-713A-6326-1E90-CAA5216A76BE}"/>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C62F7E22-8147-45AC-4D0A-B28943B8A47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Diccionario de Datos</a:t>
            </a:r>
          </a:p>
        </p:txBody>
      </p:sp>
      <p:sp>
        <p:nvSpPr>
          <p:cNvPr id="3" name="CuadroTexto 2">
            <a:extLst>
              <a:ext uri="{FF2B5EF4-FFF2-40B4-BE49-F238E27FC236}">
                <a16:creationId xmlns:a16="http://schemas.microsoft.com/office/drawing/2014/main" id="{B9ECC9FF-CD5C-92E6-88B0-F67198BB4E59}"/>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5B407116-47DB-0C5B-0E88-3DF9E8B1C39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8" name="CuadroTexto 7">
            <a:extLst>
              <a:ext uri="{FF2B5EF4-FFF2-40B4-BE49-F238E27FC236}">
                <a16:creationId xmlns:a16="http://schemas.microsoft.com/office/drawing/2014/main" id="{AD651B75-0FC6-4E73-1E13-475BADFC21FE}"/>
              </a:ext>
            </a:extLst>
          </p:cNvPr>
          <p:cNvSpPr txBox="1"/>
          <p:nvPr/>
        </p:nvSpPr>
        <p:spPr>
          <a:xfrm>
            <a:off x="749844" y="1473567"/>
            <a:ext cx="11089232" cy="5324535"/>
          </a:xfrm>
          <a:prstGeom prst="rect">
            <a:avLst/>
          </a:prstGeom>
          <a:noFill/>
        </p:spPr>
        <p:txBody>
          <a:bodyPr wrap="square">
            <a:spAutoFit/>
          </a:bodyPr>
          <a:lstStyle/>
          <a:p>
            <a:r>
              <a:rPr lang="es-ES" sz="2000" b="1" dirty="0"/>
              <a:t>¿Qué es un diccionario de datos?  </a:t>
            </a:r>
          </a:p>
          <a:p>
            <a:endParaRPr lang="es-ES" sz="2000" b="1" dirty="0"/>
          </a:p>
          <a:p>
            <a:r>
              <a:rPr lang="es-ES" sz="2000" dirty="0"/>
              <a:t>Herramienta de documentación que busca dar precisión semántica sobre los que se usan en un esquema de base de datos. Ayuda a los desarrolladores a tener claridad sobre cómo se deben manipular los registros.</a:t>
            </a:r>
            <a:endParaRPr lang="es-ES" sz="2000" b="1" dirty="0"/>
          </a:p>
          <a:p>
            <a:endParaRPr lang="es-ES" sz="2000" b="1" dirty="0"/>
          </a:p>
          <a:p>
            <a:r>
              <a:rPr lang="es-ES" sz="2000" b="1" dirty="0"/>
              <a:t>¿Por qué es importante?</a:t>
            </a:r>
          </a:p>
          <a:p>
            <a:endParaRPr lang="es-ES" sz="2000" b="1" dirty="0"/>
          </a:p>
          <a:p>
            <a:pPr marL="342900" indent="-342900">
              <a:buFont typeface="Arial" panose="020B0604020202020204" pitchFamily="34" charset="0"/>
              <a:buChar char="•"/>
            </a:pPr>
            <a:r>
              <a:rPr lang="es-ES" sz="2000" dirty="0"/>
              <a:t>Claridad semántica.</a:t>
            </a:r>
          </a:p>
          <a:p>
            <a:pPr marL="342900" indent="-342900">
              <a:buFont typeface="Arial" panose="020B0604020202020204" pitchFamily="34" charset="0"/>
              <a:buChar char="•"/>
            </a:pPr>
            <a:r>
              <a:rPr lang="es-ES" sz="2000" dirty="0"/>
              <a:t>Escalabilidad.</a:t>
            </a:r>
          </a:p>
          <a:p>
            <a:pPr marL="342900" indent="-342900">
              <a:buFont typeface="Arial" panose="020B0604020202020204" pitchFamily="34" charset="0"/>
              <a:buChar char="•"/>
            </a:pPr>
            <a:r>
              <a:rPr lang="es-ES" sz="2000" dirty="0"/>
              <a:t>Auditoría.</a:t>
            </a:r>
          </a:p>
          <a:p>
            <a:pPr marL="342900" indent="-342900">
              <a:buFont typeface="Arial" panose="020B0604020202020204" pitchFamily="34" charset="0"/>
              <a:buChar char="•"/>
            </a:pPr>
            <a:r>
              <a:rPr lang="es-ES" sz="2000" dirty="0"/>
              <a:t>Registro.</a:t>
            </a:r>
          </a:p>
          <a:p>
            <a:pPr marL="342900" indent="-342900">
              <a:buFont typeface="Arial" panose="020B0604020202020204" pitchFamily="34" charset="0"/>
              <a:buChar char="•"/>
            </a:pPr>
            <a:endParaRPr lang="es-ES" sz="2000" b="1" dirty="0"/>
          </a:p>
          <a:p>
            <a:endParaRPr lang="es-ES" sz="2000" b="1" dirty="0"/>
          </a:p>
          <a:p>
            <a:endParaRPr lang="es-ES" sz="1500" b="1" dirty="0"/>
          </a:p>
          <a:p>
            <a:endParaRPr lang="es-ES" sz="1500" b="1" dirty="0"/>
          </a:p>
          <a:p>
            <a:endParaRPr lang="es-ES" sz="1500" b="1" dirty="0"/>
          </a:p>
          <a:p>
            <a:endParaRPr lang="es-ES" sz="1500" b="1" dirty="0"/>
          </a:p>
        </p:txBody>
      </p:sp>
    </p:spTree>
    <p:extLst>
      <p:ext uri="{BB962C8B-B14F-4D97-AF65-F5344CB8AC3E}">
        <p14:creationId xmlns:p14="http://schemas.microsoft.com/office/powerpoint/2010/main" val="798288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31D71-1251-F8D4-EEEF-7F29312594A7}"/>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A435C27D-ACC4-6CAC-7FB9-B3306429D630}"/>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Diccionario de Datos</a:t>
            </a:r>
          </a:p>
        </p:txBody>
      </p:sp>
      <p:sp>
        <p:nvSpPr>
          <p:cNvPr id="3" name="CuadroTexto 2">
            <a:extLst>
              <a:ext uri="{FF2B5EF4-FFF2-40B4-BE49-F238E27FC236}">
                <a16:creationId xmlns:a16="http://schemas.microsoft.com/office/drawing/2014/main" id="{836E7ED9-3CA0-1FDB-0A43-B31BA50D53AA}"/>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9EC27DAE-E091-3A65-DE42-742BE4F74B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8" name="CuadroTexto 7">
            <a:extLst>
              <a:ext uri="{FF2B5EF4-FFF2-40B4-BE49-F238E27FC236}">
                <a16:creationId xmlns:a16="http://schemas.microsoft.com/office/drawing/2014/main" id="{F3719FDB-35D4-2098-FDE8-A23C9BEC9C23}"/>
              </a:ext>
            </a:extLst>
          </p:cNvPr>
          <p:cNvSpPr txBox="1"/>
          <p:nvPr/>
        </p:nvSpPr>
        <p:spPr>
          <a:xfrm>
            <a:off x="749844" y="1473567"/>
            <a:ext cx="11089232" cy="2246769"/>
          </a:xfrm>
          <a:prstGeom prst="rect">
            <a:avLst/>
          </a:prstGeom>
          <a:noFill/>
        </p:spPr>
        <p:txBody>
          <a:bodyPr wrap="square">
            <a:spAutoFit/>
          </a:bodyPr>
          <a:lstStyle/>
          <a:p>
            <a:r>
              <a:rPr lang="es-ES" sz="2000" b="1" dirty="0"/>
              <a:t>Formato de diccionario de datos  </a:t>
            </a:r>
          </a:p>
          <a:p>
            <a:endParaRPr lang="es-ES" sz="2000" b="1" dirty="0"/>
          </a:p>
          <a:p>
            <a:endParaRPr lang="es-ES" sz="2000" b="1" dirty="0"/>
          </a:p>
          <a:p>
            <a:endParaRPr lang="es-ES" sz="2000" b="1" dirty="0"/>
          </a:p>
          <a:p>
            <a:endParaRPr lang="es-ES" sz="1500" b="1" dirty="0"/>
          </a:p>
          <a:p>
            <a:endParaRPr lang="es-ES" sz="1500" b="1" dirty="0"/>
          </a:p>
          <a:p>
            <a:endParaRPr lang="es-ES" sz="1500" b="1" dirty="0"/>
          </a:p>
          <a:p>
            <a:endParaRPr lang="es-ES" sz="1500" b="1" dirty="0"/>
          </a:p>
        </p:txBody>
      </p:sp>
      <p:graphicFrame>
        <p:nvGraphicFramePr>
          <p:cNvPr id="16" name="Tabla 15">
            <a:extLst>
              <a:ext uri="{FF2B5EF4-FFF2-40B4-BE49-F238E27FC236}">
                <a16:creationId xmlns:a16="http://schemas.microsoft.com/office/drawing/2014/main" id="{74B31DBB-FF42-9D7C-F42C-A85E8A1AB8E7}"/>
              </a:ext>
            </a:extLst>
          </p:cNvPr>
          <p:cNvGraphicFramePr>
            <a:graphicFrameLocks noGrp="1"/>
          </p:cNvGraphicFramePr>
          <p:nvPr>
            <p:extLst>
              <p:ext uri="{D42A27DB-BD31-4B8C-83A1-F6EECF244321}">
                <p14:modId xmlns:p14="http://schemas.microsoft.com/office/powerpoint/2010/main" val="3714262407"/>
              </p:ext>
            </p:extLst>
          </p:nvPr>
        </p:nvGraphicFramePr>
        <p:xfrm>
          <a:off x="749844" y="1928882"/>
          <a:ext cx="11089230" cy="4523604"/>
        </p:xfrm>
        <a:graphic>
          <a:graphicData uri="http://schemas.openxmlformats.org/drawingml/2006/table">
            <a:tbl>
              <a:tblPr firstRow="1" bandRow="1">
                <a:tableStyleId>{00A15C55-8517-42AA-B614-E9B94910E393}</a:tableStyleId>
              </a:tblPr>
              <a:tblGrid>
                <a:gridCol w="1848205">
                  <a:extLst>
                    <a:ext uri="{9D8B030D-6E8A-4147-A177-3AD203B41FA5}">
                      <a16:colId xmlns:a16="http://schemas.microsoft.com/office/drawing/2014/main" val="2569645128"/>
                    </a:ext>
                  </a:extLst>
                </a:gridCol>
                <a:gridCol w="1848205">
                  <a:extLst>
                    <a:ext uri="{9D8B030D-6E8A-4147-A177-3AD203B41FA5}">
                      <a16:colId xmlns:a16="http://schemas.microsoft.com/office/drawing/2014/main" val="2078607733"/>
                    </a:ext>
                  </a:extLst>
                </a:gridCol>
                <a:gridCol w="1848205">
                  <a:extLst>
                    <a:ext uri="{9D8B030D-6E8A-4147-A177-3AD203B41FA5}">
                      <a16:colId xmlns:a16="http://schemas.microsoft.com/office/drawing/2014/main" val="3364524451"/>
                    </a:ext>
                  </a:extLst>
                </a:gridCol>
                <a:gridCol w="1848205">
                  <a:extLst>
                    <a:ext uri="{9D8B030D-6E8A-4147-A177-3AD203B41FA5}">
                      <a16:colId xmlns:a16="http://schemas.microsoft.com/office/drawing/2014/main" val="396904329"/>
                    </a:ext>
                  </a:extLst>
                </a:gridCol>
                <a:gridCol w="1848205">
                  <a:extLst>
                    <a:ext uri="{9D8B030D-6E8A-4147-A177-3AD203B41FA5}">
                      <a16:colId xmlns:a16="http://schemas.microsoft.com/office/drawing/2014/main" val="1985821934"/>
                    </a:ext>
                  </a:extLst>
                </a:gridCol>
                <a:gridCol w="1848205">
                  <a:extLst>
                    <a:ext uri="{9D8B030D-6E8A-4147-A177-3AD203B41FA5}">
                      <a16:colId xmlns:a16="http://schemas.microsoft.com/office/drawing/2014/main" val="2436568102"/>
                    </a:ext>
                  </a:extLst>
                </a:gridCol>
              </a:tblGrid>
              <a:tr h="591684">
                <a:tc>
                  <a:txBody>
                    <a:bodyPr/>
                    <a:lstStyle/>
                    <a:p>
                      <a:pPr algn="ctr"/>
                      <a:r>
                        <a:rPr lang="es-ES" dirty="0">
                          <a:latin typeface="Arial" panose="020B0604020202020204" pitchFamily="34" charset="0"/>
                          <a:cs typeface="Arial" panose="020B0604020202020204" pitchFamily="34" charset="0"/>
                        </a:rPr>
                        <a:t>Campo</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Descripción</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Tipo</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Tamaño</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Restricción</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Ejemplo</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6484315"/>
                  </a:ext>
                </a:extLst>
              </a:tr>
              <a:tr h="591684">
                <a:tc>
                  <a:txBody>
                    <a:bodyPr/>
                    <a:lstStyle/>
                    <a:p>
                      <a:pPr algn="ctr"/>
                      <a:r>
                        <a:rPr lang="es-ES" dirty="0">
                          <a:latin typeface="Arial" panose="020B0604020202020204" pitchFamily="34" charset="0"/>
                          <a:cs typeface="Arial" panose="020B0604020202020204" pitchFamily="34" charset="0"/>
                        </a:rPr>
                        <a:t>id</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Identifica de manera única un registro</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err="1">
                          <a:latin typeface="Arial" panose="020B0604020202020204" pitchFamily="34" charset="0"/>
                          <a:cs typeface="Arial" panose="020B0604020202020204" pitchFamily="34" charset="0"/>
                        </a:rPr>
                        <a:t>Integer</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N/A</a:t>
                      </a: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Llave primaria</a:t>
                      </a: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3</a:t>
                      </a:r>
                    </a:p>
                  </a:txBody>
                  <a:tcPr/>
                </a:tc>
                <a:extLst>
                  <a:ext uri="{0D108BD9-81ED-4DB2-BD59-A6C34878D82A}">
                    <a16:rowId xmlns:a16="http://schemas.microsoft.com/office/drawing/2014/main" val="515253828"/>
                  </a:ext>
                </a:extLst>
              </a:tr>
              <a:tr h="591684">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nombre</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Almacena el nombre del cliente</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err="1">
                          <a:latin typeface="Arial" panose="020B0604020202020204" pitchFamily="34" charset="0"/>
                          <a:cs typeface="Arial" panose="020B0604020202020204" pitchFamily="34" charset="0"/>
                        </a:rPr>
                        <a:t>varchar</a:t>
                      </a:r>
                      <a:r>
                        <a:rPr lang="es-ES" dirty="0">
                          <a:latin typeface="Arial" panose="020B0604020202020204" pitchFamily="34" charset="0"/>
                          <a:cs typeface="Arial" panose="020B0604020202020204" pitchFamily="34" charset="0"/>
                        </a:rPr>
                        <a:t> </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255</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Obligatorio</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“Nombre”</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0722753"/>
                  </a:ext>
                </a:extLst>
              </a:tr>
              <a:tr h="591684">
                <a:tc>
                  <a:txBody>
                    <a:bodyPr/>
                    <a:lstStyle/>
                    <a:p>
                      <a:pPr algn="ctr"/>
                      <a:endParaRPr lang="es-ES" dirty="0">
                        <a:latin typeface="Arial" panose="020B0604020202020204" pitchFamily="34" charset="0"/>
                        <a:cs typeface="Arial" panose="020B0604020202020204" pitchFamily="34" charset="0"/>
                      </a:endParaRPr>
                    </a:p>
                    <a:p>
                      <a:pPr algn="ctr"/>
                      <a:r>
                        <a:rPr lang="es-ES" dirty="0" err="1">
                          <a:latin typeface="Arial" panose="020B0604020202020204" pitchFamily="34" charset="0"/>
                          <a:cs typeface="Arial" panose="020B0604020202020204" pitchFamily="34" charset="0"/>
                        </a:rPr>
                        <a:t>correo_electrónico</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Almacena el correo electrónico del cliente</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err="1">
                          <a:latin typeface="Arial" panose="020B0604020202020204" pitchFamily="34" charset="0"/>
                          <a:cs typeface="Arial" panose="020B0604020202020204" pitchFamily="34" charset="0"/>
                        </a:rPr>
                        <a:t>varchar</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50</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Opcional, único</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“correo@gmail.com”</a:t>
                      </a:r>
                    </a:p>
                  </a:txBody>
                  <a:tcPr/>
                </a:tc>
                <a:extLst>
                  <a:ext uri="{0D108BD9-81ED-4DB2-BD59-A6C34878D82A}">
                    <a16:rowId xmlns:a16="http://schemas.microsoft.com/office/drawing/2014/main" val="2855449434"/>
                  </a:ext>
                </a:extLst>
              </a:tr>
              <a:tr h="591684">
                <a:tc>
                  <a:txBody>
                    <a:bodyPr/>
                    <a:lstStyle/>
                    <a:p>
                      <a:pPr algn="ctr"/>
                      <a:endParaRPr lang="es-ES" dirty="0">
                        <a:latin typeface="Arial" panose="020B0604020202020204" pitchFamily="34" charset="0"/>
                        <a:cs typeface="Arial" panose="020B0604020202020204" pitchFamily="34" charset="0"/>
                      </a:endParaRPr>
                    </a:p>
                    <a:p>
                      <a:pPr algn="ctr"/>
                      <a:r>
                        <a:rPr lang="es-ES" dirty="0" err="1">
                          <a:latin typeface="Arial" panose="020B0604020202020204" pitchFamily="34" charset="0"/>
                          <a:cs typeface="Arial" panose="020B0604020202020204" pitchFamily="34" charset="0"/>
                        </a:rPr>
                        <a:t>direccion</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Almacena la dirección del cliente</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err="1">
                          <a:latin typeface="Arial" panose="020B0604020202020204" pitchFamily="34" charset="0"/>
                          <a:cs typeface="Arial" panose="020B0604020202020204" pitchFamily="34" charset="0"/>
                        </a:rPr>
                        <a:t>text</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ES" dirty="0">
                          <a:latin typeface="Arial" panose="020B0604020202020204" pitchFamily="34" charset="0"/>
                          <a:cs typeface="Arial" panose="020B0604020202020204" pitchFamily="34" charset="0"/>
                        </a:rPr>
                        <a:t>N/A</a:t>
                      </a:r>
                      <a:endParaRPr lang="es-CO" dirty="0">
                        <a:latin typeface="Arial" panose="020B0604020202020204" pitchFamily="34" charset="0"/>
                        <a:cs typeface="Arial" panose="020B0604020202020204" pitchFamily="34" charset="0"/>
                      </a:endParaRP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Opcional</a:t>
                      </a:r>
                    </a:p>
                  </a:txBody>
                  <a:tcPr/>
                </a:tc>
                <a:tc>
                  <a:txBody>
                    <a:bodyPr/>
                    <a:lstStyle/>
                    <a:p>
                      <a:pPr algn="ctr"/>
                      <a:endParaRPr lang="es-ES" dirty="0">
                        <a:latin typeface="Arial" panose="020B0604020202020204" pitchFamily="34" charset="0"/>
                        <a:cs typeface="Arial" panose="020B0604020202020204" pitchFamily="34" charset="0"/>
                      </a:endParaRPr>
                    </a:p>
                    <a:p>
                      <a:pPr algn="ctr"/>
                      <a:r>
                        <a:rPr lang="es-CO" dirty="0">
                          <a:latin typeface="Arial" panose="020B0604020202020204" pitchFamily="34" charset="0"/>
                          <a:cs typeface="Arial" panose="020B0604020202020204" pitchFamily="34" charset="0"/>
                        </a:rPr>
                        <a:t>“Calle 123”</a:t>
                      </a:r>
                    </a:p>
                  </a:txBody>
                  <a:tcPr/>
                </a:tc>
                <a:extLst>
                  <a:ext uri="{0D108BD9-81ED-4DB2-BD59-A6C34878D82A}">
                    <a16:rowId xmlns:a16="http://schemas.microsoft.com/office/drawing/2014/main" val="3221323214"/>
                  </a:ext>
                </a:extLst>
              </a:tr>
            </a:tbl>
          </a:graphicData>
        </a:graphic>
      </p:graphicFrame>
    </p:spTree>
    <p:extLst>
      <p:ext uri="{BB962C8B-B14F-4D97-AF65-F5344CB8AC3E}">
        <p14:creationId xmlns:p14="http://schemas.microsoft.com/office/powerpoint/2010/main" val="3212613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7C19B9-AC15-8F36-C48E-CB2C67AE9618}"/>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84632782-0BE3-6290-59C9-3BAAEC0D275C}"/>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CO" b="1" dirty="0">
                <a:solidFill>
                  <a:srgbClr val="809834"/>
                </a:solidFill>
              </a:rPr>
              <a:t>Arquitectura</a:t>
            </a:r>
          </a:p>
        </p:txBody>
      </p:sp>
      <p:sp>
        <p:nvSpPr>
          <p:cNvPr id="3" name="CuadroTexto 2">
            <a:extLst>
              <a:ext uri="{FF2B5EF4-FFF2-40B4-BE49-F238E27FC236}">
                <a16:creationId xmlns:a16="http://schemas.microsoft.com/office/drawing/2014/main" id="{E9E7EFE6-DF73-0586-BF81-48F39A254CFB}"/>
              </a:ext>
            </a:extLst>
          </p:cNvPr>
          <p:cNvSpPr txBox="1"/>
          <p:nvPr/>
        </p:nvSpPr>
        <p:spPr>
          <a:xfrm>
            <a:off x="551384" y="1628800"/>
            <a:ext cx="11089232" cy="600164"/>
          </a:xfrm>
          <a:prstGeom prst="rect">
            <a:avLst/>
          </a:prstGeom>
          <a:noFill/>
        </p:spPr>
        <p:txBody>
          <a:bodyPr wrap="square">
            <a:spAutoFit/>
          </a:bodyPr>
          <a:lstStyle/>
          <a:p>
            <a:r>
              <a:rPr lang="es-ES" dirty="0"/>
              <a:t>.</a:t>
            </a:r>
          </a:p>
          <a:p>
            <a:pPr algn="just"/>
            <a:endParaRPr lang="es-ES" sz="1500" dirty="0"/>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540CD3FC-F7A4-BE5A-C876-B2FA6DCFB21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8" name="CuadroTexto 7">
            <a:extLst>
              <a:ext uri="{FF2B5EF4-FFF2-40B4-BE49-F238E27FC236}">
                <a16:creationId xmlns:a16="http://schemas.microsoft.com/office/drawing/2014/main" id="{141D8C58-A101-2A98-F529-C1AAFF125232}"/>
              </a:ext>
            </a:extLst>
          </p:cNvPr>
          <p:cNvSpPr txBox="1"/>
          <p:nvPr/>
        </p:nvSpPr>
        <p:spPr>
          <a:xfrm>
            <a:off x="551384" y="1473567"/>
            <a:ext cx="11287692" cy="4401205"/>
          </a:xfrm>
          <a:prstGeom prst="rect">
            <a:avLst/>
          </a:prstGeom>
          <a:noFill/>
        </p:spPr>
        <p:txBody>
          <a:bodyPr wrap="square">
            <a:spAutoFit/>
          </a:bodyPr>
          <a:lstStyle/>
          <a:p>
            <a:r>
              <a:rPr lang="es-ES" sz="2000" b="1" dirty="0"/>
              <a:t>Descripción de conceptos:</a:t>
            </a:r>
          </a:p>
          <a:p>
            <a:endParaRPr lang="es-ES" sz="2000" b="1" dirty="0"/>
          </a:p>
          <a:p>
            <a:pPr marL="342900" indent="-342900">
              <a:buFont typeface="Arial" panose="020B0604020202020204" pitchFamily="34" charset="0"/>
              <a:buChar char="•"/>
            </a:pPr>
            <a:r>
              <a:rPr lang="es-ES" sz="2000" dirty="0"/>
              <a:t>Cliente – Servidor</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a:t>MVC</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a:t>Componentes</a:t>
            </a:r>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err="1"/>
              <a:t>Serverless</a:t>
            </a:r>
            <a:endParaRPr lang="es-ES" sz="2000" dirty="0"/>
          </a:p>
          <a:p>
            <a:pPr marL="342900" indent="-342900">
              <a:buFont typeface="Arial" panose="020B0604020202020204" pitchFamily="34" charset="0"/>
              <a:buChar char="•"/>
            </a:pPr>
            <a:endParaRPr lang="es-ES" sz="2000" dirty="0"/>
          </a:p>
          <a:p>
            <a:pPr marL="342900" indent="-342900">
              <a:buFont typeface="Arial" panose="020B0604020202020204" pitchFamily="34" charset="0"/>
              <a:buChar char="•"/>
            </a:pPr>
            <a:r>
              <a:rPr lang="es-ES" sz="2000" dirty="0"/>
              <a:t>Microservicios</a:t>
            </a:r>
          </a:p>
          <a:p>
            <a:pPr marL="342900" indent="-342900">
              <a:buFont typeface="Arial" panose="020B0604020202020204" pitchFamily="34" charset="0"/>
              <a:buChar char="•"/>
            </a:pPr>
            <a:endParaRPr lang="es-ES" sz="2000" b="1" dirty="0"/>
          </a:p>
          <a:p>
            <a:pPr marL="342900" indent="-342900">
              <a:buFont typeface="Arial" panose="020B0604020202020204" pitchFamily="34" charset="0"/>
              <a:buChar char="•"/>
            </a:pPr>
            <a:r>
              <a:rPr lang="es-ES" sz="2000" dirty="0"/>
              <a:t>Capas (servicios, repositorios, presentación)</a:t>
            </a:r>
          </a:p>
          <a:p>
            <a:endParaRPr lang="es-ES" sz="2000" b="1" dirty="0"/>
          </a:p>
        </p:txBody>
      </p:sp>
    </p:spTree>
    <p:extLst>
      <p:ext uri="{BB962C8B-B14F-4D97-AF65-F5344CB8AC3E}">
        <p14:creationId xmlns:p14="http://schemas.microsoft.com/office/powerpoint/2010/main" val="2669971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A8CA-C694-660A-59AF-00CEA82F7EC5}"/>
            </a:ext>
          </a:extLst>
        </p:cNvPr>
        <p:cNvGrpSpPr/>
        <p:nvPr/>
      </p:nvGrpSpPr>
      <p:grpSpPr>
        <a:xfrm>
          <a:off x="0" y="0"/>
          <a:ext cx="0" cy="0"/>
          <a:chOff x="0" y="0"/>
          <a:chExt cx="0" cy="0"/>
        </a:xfrm>
      </p:grpSpPr>
      <p:sp>
        <p:nvSpPr>
          <p:cNvPr id="2050" name="Rectangle 4">
            <a:extLst>
              <a:ext uri="{FF2B5EF4-FFF2-40B4-BE49-F238E27FC236}">
                <a16:creationId xmlns:a16="http://schemas.microsoft.com/office/drawing/2014/main" id="{16DDB9E3-45FE-4269-7826-6C9A4B105A9E}"/>
              </a:ext>
            </a:extLst>
          </p:cNvPr>
          <p:cNvSpPr>
            <a:spLocks noGrp="1" noChangeArrowheads="1"/>
          </p:cNvSpPr>
          <p:nvPr>
            <p:ph type="ctrTitle" idx="4294967295"/>
          </p:nvPr>
        </p:nvSpPr>
        <p:spPr bwMode="auto">
          <a:xfrm>
            <a:off x="2207568" y="908720"/>
            <a:ext cx="8208912" cy="1851099"/>
          </a:xfrm>
          <a:prstGeom prst="rect">
            <a:avLst/>
          </a:prstGeom>
          <a:noFill/>
          <a:ln>
            <a:miter lim="800000"/>
            <a:headEnd/>
            <a:tailEnd/>
          </a:ln>
        </p:spPr>
        <p:txBody>
          <a:bodyPr/>
          <a:lstStyle/>
          <a:p>
            <a:r>
              <a:rPr lang="es-CO" sz="4800" b="1" dirty="0">
                <a:effectLst>
                  <a:outerShdw blurRad="38100" dist="38100" dir="2700000" algn="tl">
                    <a:srgbClr val="000000">
                      <a:alpha val="43137"/>
                    </a:srgbClr>
                  </a:outerShdw>
                </a:effectLst>
              </a:rPr>
              <a:t>MÓDULO 1</a:t>
            </a:r>
            <a:endParaRPr lang="en-US" sz="4800" b="1" dirty="0">
              <a:effectLst>
                <a:outerShdw blurRad="38100" dist="38100" dir="2700000" algn="tl">
                  <a:srgbClr val="000000">
                    <a:alpha val="43137"/>
                  </a:srgbClr>
                </a:outerShdw>
              </a:effectLst>
            </a:endParaRPr>
          </a:p>
        </p:txBody>
      </p:sp>
      <p:sp>
        <p:nvSpPr>
          <p:cNvPr id="9" name="Rectangle 4">
            <a:extLst>
              <a:ext uri="{FF2B5EF4-FFF2-40B4-BE49-F238E27FC236}">
                <a16:creationId xmlns:a16="http://schemas.microsoft.com/office/drawing/2014/main" id="{8C958398-A546-423D-D983-F6072D678627}"/>
              </a:ext>
            </a:extLst>
          </p:cNvPr>
          <p:cNvSpPr txBox="1">
            <a:spLocks noChangeArrowheads="1"/>
          </p:cNvSpPr>
          <p:nvPr/>
        </p:nvSpPr>
        <p:spPr bwMode="auto">
          <a:xfrm>
            <a:off x="2207568" y="3356993"/>
            <a:ext cx="8208912" cy="1851099"/>
          </a:xfrm>
          <a:prstGeom prst="rect">
            <a:avLst/>
          </a:prstGeom>
          <a:noFill/>
          <a:ln>
            <a:miter lim="800000"/>
            <a:headEnd/>
            <a:tailEnd/>
          </a:ln>
        </p:spPr>
        <p:txBody>
          <a:bodyPr/>
          <a:lstStyle/>
          <a:p>
            <a:pPr algn="ctr" eaLnBrk="0" hangingPunct="0">
              <a:defRPr/>
            </a:pPr>
            <a:r>
              <a:rPr lang="en-US" sz="2800" dirty="0">
                <a:effectLst>
                  <a:outerShdw blurRad="38100" dist="38100" dir="2700000" algn="tl">
                    <a:srgbClr val="000000">
                      <a:alpha val="43137"/>
                    </a:srgbClr>
                  </a:outerShdw>
                </a:effectLst>
                <a:latin typeface="+mj-lt"/>
                <a:ea typeface="+mj-ea"/>
                <a:cs typeface="+mj-cs"/>
              </a:rPr>
              <a:t>INGENIERÍA DE SOFTWARE I</a:t>
            </a: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r>
              <a:rPr lang="en-US" sz="2800" dirty="0">
                <a:effectLst>
                  <a:outerShdw blurRad="38100" dist="38100" dir="2700000" algn="tl">
                    <a:srgbClr val="000000">
                      <a:alpha val="43137"/>
                    </a:srgbClr>
                  </a:outerShdw>
                </a:effectLst>
                <a:latin typeface="+mj-lt"/>
                <a:ea typeface="+mj-ea"/>
                <a:cs typeface="+mj-cs"/>
              </a:rPr>
              <a:t>Albeiro Montes</a:t>
            </a:r>
          </a:p>
        </p:txBody>
      </p:sp>
      <p:pic>
        <p:nvPicPr>
          <p:cNvPr id="2" name="Imagen 1">
            <a:extLst>
              <a:ext uri="{FF2B5EF4-FFF2-40B4-BE49-F238E27FC236}">
                <a16:creationId xmlns:a16="http://schemas.microsoft.com/office/drawing/2014/main" id="{A8786E4C-5451-04C1-9657-064C3385870B}"/>
              </a:ext>
            </a:extLst>
          </p:cNvPr>
          <p:cNvPicPr>
            <a:picLocks noChangeAspect="1"/>
          </p:cNvPicPr>
          <p:nvPr/>
        </p:nvPicPr>
        <p:blipFill>
          <a:blip r:embed="rId3"/>
          <a:stretch>
            <a:fillRect/>
          </a:stretch>
        </p:blipFill>
        <p:spPr>
          <a:xfrm>
            <a:off x="7104112" y="5405610"/>
            <a:ext cx="2160240" cy="1119773"/>
          </a:xfrm>
          <a:prstGeom prst="rect">
            <a:avLst/>
          </a:prstGeom>
        </p:spPr>
      </p:pic>
      <p:pic>
        <p:nvPicPr>
          <p:cNvPr id="6" name="Picture 2" descr="Universidad Nacional (OCA-IDEA-UN)">
            <a:extLst>
              <a:ext uri="{FF2B5EF4-FFF2-40B4-BE49-F238E27FC236}">
                <a16:creationId xmlns:a16="http://schemas.microsoft.com/office/drawing/2014/main" id="{219D0732-BF87-D281-5F08-09E956322C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8" y="5330959"/>
            <a:ext cx="2667280" cy="121891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6C5FBE7F-7A3F-DB5F-CADF-C4602D9CF2C6}"/>
              </a:ext>
            </a:extLst>
          </p:cNvPr>
          <p:cNvSpPr txBox="1"/>
          <p:nvPr/>
        </p:nvSpPr>
        <p:spPr>
          <a:xfrm>
            <a:off x="2220496" y="2104299"/>
            <a:ext cx="8208912" cy="523220"/>
          </a:xfrm>
          <a:prstGeom prst="rect">
            <a:avLst/>
          </a:prstGeom>
          <a:noFill/>
        </p:spPr>
        <p:txBody>
          <a:bodyPr wrap="square" rtlCol="0">
            <a:spAutoFit/>
          </a:bodyPr>
          <a:lstStyle/>
          <a:p>
            <a:pPr algn="ctr"/>
            <a:r>
              <a:rPr lang="es-CO" sz="2800" b="1" dirty="0"/>
              <a:t>Diseño</a:t>
            </a:r>
          </a:p>
        </p:txBody>
      </p:sp>
    </p:spTree>
    <p:extLst>
      <p:ext uri="{BB962C8B-B14F-4D97-AF65-F5344CB8AC3E}">
        <p14:creationId xmlns:p14="http://schemas.microsoft.com/office/powerpoint/2010/main" val="2669099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4476F-566C-17DE-CCBA-4915BB6F3BE5}"/>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E8F495CB-1410-DC2E-55B2-C12488A5354D}"/>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95D02AB-35A3-6403-C115-1308AA5103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5" name="CuadroTexto 4">
            <a:extLst>
              <a:ext uri="{FF2B5EF4-FFF2-40B4-BE49-F238E27FC236}">
                <a16:creationId xmlns:a16="http://schemas.microsoft.com/office/drawing/2014/main" id="{45BE1032-77AB-0FBA-49E9-DE3C7D029A00}"/>
              </a:ext>
            </a:extLst>
          </p:cNvPr>
          <p:cNvSpPr txBox="1"/>
          <p:nvPr/>
        </p:nvSpPr>
        <p:spPr>
          <a:xfrm>
            <a:off x="551384" y="1473567"/>
            <a:ext cx="11287692" cy="4832092"/>
          </a:xfrm>
          <a:prstGeom prst="rect">
            <a:avLst/>
          </a:prstGeom>
          <a:noFill/>
        </p:spPr>
        <p:txBody>
          <a:bodyPr wrap="square">
            <a:spAutoFit/>
          </a:bodyPr>
          <a:lstStyle/>
          <a:p>
            <a:pPr algn="just"/>
            <a:r>
              <a:rPr lang="es-ES" sz="2400" dirty="0"/>
              <a:t>La etapa de diseño es una fase del ciclo de vida del software donde se crea una solución técnica detallada basada en los requisitos. Esta etapa transforma los requisitos en una guía clara para la implementación. </a:t>
            </a:r>
          </a:p>
          <a:p>
            <a:endParaRPr lang="es-ES" sz="2400" dirty="0"/>
          </a:p>
          <a:p>
            <a:r>
              <a:rPr lang="es-ES" sz="2400" b="1" dirty="0"/>
              <a:t>Objetivos</a:t>
            </a:r>
          </a:p>
          <a:p>
            <a:endParaRPr lang="es-ES" sz="2400" dirty="0"/>
          </a:p>
          <a:p>
            <a:pPr marL="342900" indent="-342900">
              <a:buFont typeface="Arial" panose="020B0604020202020204" pitchFamily="34" charset="0"/>
              <a:buChar char="•"/>
            </a:pPr>
            <a:r>
              <a:rPr lang="es-ES" sz="2400" dirty="0"/>
              <a:t>Definir la arquitectura del sistema.</a:t>
            </a:r>
          </a:p>
          <a:p>
            <a:pPr marL="342900" indent="-342900">
              <a:buFont typeface="Arial" panose="020B0604020202020204" pitchFamily="34" charset="0"/>
              <a:buChar char="•"/>
            </a:pPr>
            <a:r>
              <a:rPr lang="es-ES" sz="2400" dirty="0"/>
              <a:t>Establecer los componentes y módulos.</a:t>
            </a:r>
          </a:p>
          <a:p>
            <a:pPr marL="342900" indent="-342900">
              <a:buFont typeface="Arial" panose="020B0604020202020204" pitchFamily="34" charset="0"/>
              <a:buChar char="•"/>
            </a:pPr>
            <a:r>
              <a:rPr lang="es-ES" sz="2400" dirty="0"/>
              <a:t>Crear prototipos de interfaces de usuario.</a:t>
            </a:r>
          </a:p>
          <a:p>
            <a:pPr marL="342900" indent="-342900">
              <a:buFont typeface="Arial" panose="020B0604020202020204" pitchFamily="34" charset="0"/>
              <a:buChar char="•"/>
            </a:pPr>
            <a:r>
              <a:rPr lang="es-ES" sz="2400" dirty="0"/>
              <a:t>Detallar la lógica interna y las interacciones entre módulos.</a:t>
            </a:r>
          </a:p>
          <a:p>
            <a:endParaRPr lang="es-ES" sz="2400" dirty="0"/>
          </a:p>
          <a:p>
            <a:pPr lvl="1" algn="just"/>
            <a:endParaRPr lang="es-ES" sz="2400" dirty="0"/>
          </a:p>
          <a:p>
            <a:endParaRPr lang="es-ES" sz="2000" b="1" dirty="0"/>
          </a:p>
        </p:txBody>
      </p:sp>
    </p:spTree>
    <p:extLst>
      <p:ext uri="{BB962C8B-B14F-4D97-AF65-F5344CB8AC3E}">
        <p14:creationId xmlns:p14="http://schemas.microsoft.com/office/powerpoint/2010/main" val="3562025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D7D1-6136-2388-F8CE-0CFA99527B40}"/>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2CDC0BE0-0976-CF91-1929-DF358CEB6FDD}"/>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(etapas principales)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9AFED8DC-74E6-63F8-D17C-51BB2851E7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0" name="CuadroTexto 9">
            <a:extLst>
              <a:ext uri="{FF2B5EF4-FFF2-40B4-BE49-F238E27FC236}">
                <a16:creationId xmlns:a16="http://schemas.microsoft.com/office/drawing/2014/main" id="{5E1C0355-ED93-6642-BB7F-193284F7637E}"/>
              </a:ext>
            </a:extLst>
          </p:cNvPr>
          <p:cNvSpPr txBox="1"/>
          <p:nvPr/>
        </p:nvSpPr>
        <p:spPr>
          <a:xfrm>
            <a:off x="551384" y="1473567"/>
            <a:ext cx="11287692" cy="5509200"/>
          </a:xfrm>
          <a:prstGeom prst="rect">
            <a:avLst/>
          </a:prstGeom>
          <a:noFill/>
        </p:spPr>
        <p:txBody>
          <a:bodyPr wrap="square">
            <a:spAutoFit/>
          </a:bodyPr>
          <a:lstStyle/>
          <a:p>
            <a:pPr algn="just"/>
            <a:r>
              <a:rPr lang="es-ES" sz="2400" b="1" dirty="0"/>
              <a:t>Pasos de la etapa de diseño:</a:t>
            </a:r>
          </a:p>
          <a:p>
            <a:pPr algn="just"/>
            <a:endParaRPr lang="es-ES" sz="2400" dirty="0"/>
          </a:p>
          <a:p>
            <a:pPr algn="just"/>
            <a:r>
              <a:rPr lang="es-ES" sz="2000" b="1" dirty="0"/>
              <a:t>Diseño Arquitectónico: </a:t>
            </a:r>
            <a:r>
              <a:rPr lang="es-ES" sz="2000" dirty="0"/>
              <a:t>Definir la estructura general del sistema.</a:t>
            </a:r>
          </a:p>
          <a:p>
            <a:pPr algn="just"/>
            <a:endParaRPr lang="es-ES" sz="2000" dirty="0"/>
          </a:p>
          <a:p>
            <a:pPr algn="just"/>
            <a:r>
              <a:rPr lang="es-ES" sz="2000" b="1" dirty="0"/>
              <a:t>Diseño de la Base de Datos: </a:t>
            </a:r>
            <a:r>
              <a:rPr lang="es-ES" sz="2000" dirty="0"/>
              <a:t>Crear el modelo de datos y definir las relaciones.</a:t>
            </a:r>
          </a:p>
          <a:p>
            <a:pPr algn="just"/>
            <a:endParaRPr lang="es-ES" sz="2000" dirty="0"/>
          </a:p>
          <a:p>
            <a:pPr algn="just"/>
            <a:r>
              <a:rPr lang="es-ES" sz="2000" b="1" dirty="0"/>
              <a:t>Diseño de Interfaces de Usuario: </a:t>
            </a:r>
            <a:r>
              <a:rPr lang="es-ES" sz="2000" dirty="0"/>
              <a:t>Crear prototipos y </a:t>
            </a:r>
            <a:r>
              <a:rPr lang="es-ES" sz="2000" dirty="0" err="1"/>
              <a:t>wireframes</a:t>
            </a:r>
            <a:r>
              <a:rPr lang="es-ES" sz="2000" dirty="0"/>
              <a:t>.</a:t>
            </a:r>
          </a:p>
          <a:p>
            <a:pPr algn="just"/>
            <a:endParaRPr lang="es-ES" sz="2400" dirty="0"/>
          </a:p>
          <a:p>
            <a:pPr algn="just"/>
            <a:r>
              <a:rPr lang="es-ES" sz="2000" b="1" dirty="0"/>
              <a:t>Diseño Detallado de Componentes: </a:t>
            </a:r>
            <a:r>
              <a:rPr lang="es-ES" sz="2000" dirty="0"/>
              <a:t>Especificar la lógica interna y diagramas UML.</a:t>
            </a:r>
          </a:p>
          <a:p>
            <a:pPr algn="just"/>
            <a:endParaRPr lang="es-ES" sz="2000" dirty="0"/>
          </a:p>
          <a:p>
            <a:pPr algn="just"/>
            <a:r>
              <a:rPr lang="es-ES" sz="2000" b="1" dirty="0"/>
              <a:t>Diseño de Interfaces de Módulos: </a:t>
            </a:r>
            <a:r>
              <a:rPr lang="es-ES" sz="2000" dirty="0"/>
              <a:t>Definir la comunicación entre módulos.</a:t>
            </a:r>
          </a:p>
          <a:p>
            <a:pPr algn="just"/>
            <a:endParaRPr lang="es-ES" sz="2000" dirty="0"/>
          </a:p>
          <a:p>
            <a:pPr algn="just"/>
            <a:r>
              <a:rPr lang="es-ES" sz="2000" b="1" dirty="0"/>
              <a:t>Revisión y Validación: </a:t>
            </a:r>
            <a:r>
              <a:rPr lang="es-ES" sz="2000" dirty="0"/>
              <a:t>Verificar y ajustar el diseño con el equipo.</a:t>
            </a:r>
          </a:p>
          <a:p>
            <a:pPr algn="just"/>
            <a:endParaRPr lang="es-ES" sz="2000" dirty="0"/>
          </a:p>
          <a:p>
            <a:pPr algn="just"/>
            <a:r>
              <a:rPr lang="es-ES" sz="2000" b="1" dirty="0"/>
              <a:t>Estimaciones: </a:t>
            </a:r>
            <a:r>
              <a:rPr lang="es-ES" sz="2000" dirty="0"/>
              <a:t>A partir de la metodología de trabajo, se define antes o después de las demás etapas del diseño</a:t>
            </a:r>
          </a:p>
          <a:p>
            <a:endParaRPr lang="es-ES" sz="2000" b="1" dirty="0"/>
          </a:p>
        </p:txBody>
      </p:sp>
    </p:spTree>
    <p:extLst>
      <p:ext uri="{BB962C8B-B14F-4D97-AF65-F5344CB8AC3E}">
        <p14:creationId xmlns:p14="http://schemas.microsoft.com/office/powerpoint/2010/main" val="2422941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E13E7-0356-6343-1C93-88E8655082E8}"/>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E180C73F-6CDA-3B45-0A3B-39E465165DE7}"/>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CB3D7AC-4DA1-9565-8BAC-69904BB0614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BD2AB462-0A04-2150-3BA7-1905294B0E64}"/>
              </a:ext>
            </a:extLst>
          </p:cNvPr>
          <p:cNvSpPr txBox="1"/>
          <p:nvPr/>
        </p:nvSpPr>
        <p:spPr>
          <a:xfrm>
            <a:off x="485932" y="1196752"/>
            <a:ext cx="11287692" cy="3847207"/>
          </a:xfrm>
          <a:prstGeom prst="rect">
            <a:avLst/>
          </a:prstGeom>
          <a:noFill/>
        </p:spPr>
        <p:txBody>
          <a:bodyPr wrap="square">
            <a:spAutoFit/>
          </a:bodyPr>
          <a:lstStyle/>
          <a:p>
            <a:pPr algn="just"/>
            <a:r>
              <a:rPr lang="es-ES" sz="2400" b="1" dirty="0"/>
              <a:t>Estimaciones:</a:t>
            </a:r>
          </a:p>
          <a:p>
            <a:pPr algn="just"/>
            <a:r>
              <a:rPr lang="es-ES" sz="2000" dirty="0"/>
              <a:t>Son las evaluaciones que se realizan para identificar los recursos necesarios para el cumplimiento del objetivo (refactorizar o implementar un nuevo producto).</a:t>
            </a:r>
          </a:p>
          <a:p>
            <a:pPr algn="just"/>
            <a:endParaRPr lang="es-ES" sz="2000" b="1" dirty="0"/>
          </a:p>
          <a:p>
            <a:pPr algn="just"/>
            <a:r>
              <a:rPr lang="es-ES" sz="2000" b="1" dirty="0"/>
              <a:t>Estimación de tiempo: </a:t>
            </a:r>
            <a:r>
              <a:rPr lang="es-ES" sz="2000" dirty="0"/>
              <a:t>Determinar cuánto tiempo se necesitará para completar una tarea o proyecto.</a:t>
            </a:r>
          </a:p>
          <a:p>
            <a:pPr algn="just"/>
            <a:endParaRPr lang="es-ES" sz="2000" dirty="0"/>
          </a:p>
          <a:p>
            <a:pPr algn="just"/>
            <a:r>
              <a:rPr lang="es-ES" sz="2000" dirty="0"/>
              <a:t>En contrataciones modalidad </a:t>
            </a:r>
            <a:r>
              <a:rPr lang="es-ES" sz="2000" b="1" dirty="0"/>
              <a:t>ODS</a:t>
            </a:r>
            <a:r>
              <a:rPr lang="es-ES" sz="2000" dirty="0"/>
              <a:t>, normalmente se debe aumentar un porcentaje con respecto al costo de acuerdo con:</a:t>
            </a:r>
          </a:p>
          <a:p>
            <a:pPr marL="342900" indent="-342900" algn="just">
              <a:buFontTx/>
              <a:buChar char="-"/>
            </a:pPr>
            <a:r>
              <a:rPr lang="es-ES" sz="2000" dirty="0"/>
              <a:t>Pagos por </a:t>
            </a:r>
            <a:r>
              <a:rPr lang="es-ES" sz="2000" dirty="0" err="1"/>
              <a:t>retefuente</a:t>
            </a:r>
            <a:r>
              <a:rPr lang="es-ES" sz="2000" dirty="0"/>
              <a:t> (10%).</a:t>
            </a:r>
          </a:p>
          <a:p>
            <a:pPr marL="342900" indent="-342900" algn="just">
              <a:buFontTx/>
              <a:buChar char="-"/>
            </a:pPr>
            <a:r>
              <a:rPr lang="es-ES" sz="2000" dirty="0"/>
              <a:t>Aportes a seguridad social (IBC).</a:t>
            </a:r>
          </a:p>
          <a:p>
            <a:endParaRPr lang="es-ES" sz="2000" b="1" dirty="0"/>
          </a:p>
        </p:txBody>
      </p:sp>
    </p:spTree>
    <p:extLst>
      <p:ext uri="{BB962C8B-B14F-4D97-AF65-F5344CB8AC3E}">
        <p14:creationId xmlns:p14="http://schemas.microsoft.com/office/powerpoint/2010/main" val="85588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AC4E3-B053-6B7E-C4ED-0E2912218C1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C976DFF5-F7E8-E45A-E1C6-5D2B26428E08}"/>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A0ABD697-9E85-6B90-1AAB-16A78C5B92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7E4197F6-990C-1D14-0252-AE97DD7D374F}"/>
              </a:ext>
            </a:extLst>
          </p:cNvPr>
          <p:cNvSpPr txBox="1"/>
          <p:nvPr/>
        </p:nvSpPr>
        <p:spPr>
          <a:xfrm>
            <a:off x="485932" y="1196752"/>
            <a:ext cx="11287692" cy="5139869"/>
          </a:xfrm>
          <a:prstGeom prst="rect">
            <a:avLst/>
          </a:prstGeom>
          <a:noFill/>
        </p:spPr>
        <p:txBody>
          <a:bodyPr wrap="square">
            <a:spAutoFit/>
          </a:bodyPr>
          <a:lstStyle/>
          <a:p>
            <a:pPr algn="just"/>
            <a:r>
              <a:rPr lang="es-ES" sz="2400" b="1" dirty="0"/>
              <a:t>Estimaciones (tiempo):</a:t>
            </a:r>
          </a:p>
          <a:p>
            <a:pPr algn="just"/>
            <a:endParaRPr lang="es-ES" sz="2400" b="1" dirty="0"/>
          </a:p>
          <a:p>
            <a:pPr algn="just"/>
            <a:r>
              <a:rPr lang="es-ES" sz="2000" dirty="0"/>
              <a:t>Existen varias </a:t>
            </a:r>
            <a:r>
              <a:rPr lang="es-ES" sz="2000" b="1" dirty="0"/>
              <a:t>metodologías y técnicas</a:t>
            </a:r>
            <a:r>
              <a:rPr lang="es-ES" sz="2000" dirty="0"/>
              <a:t> utilizadas para establecer </a:t>
            </a:r>
            <a:r>
              <a:rPr lang="es-ES" sz="2000" b="1" dirty="0"/>
              <a:t>estimaciones de tiempo</a:t>
            </a:r>
            <a:r>
              <a:rPr lang="es-ES" sz="2000" dirty="0"/>
              <a:t> en proyectos, especialmente en el desarrollo de software. Estas metodologías ayudan a hacer predicciones más realistas y confiables sobre el tiempo que tomará completar tareas, entregables o el proyecto completo. Algunas de las metodologías más comunes incluyen:</a:t>
            </a:r>
          </a:p>
          <a:p>
            <a:pPr algn="just"/>
            <a:endParaRPr lang="es-ES" sz="2000" dirty="0"/>
          </a:p>
          <a:p>
            <a:pPr algn="just"/>
            <a:endParaRPr lang="es-ES" sz="2000" dirty="0"/>
          </a:p>
          <a:p>
            <a:pPr marL="457200" indent="-457200" algn="just">
              <a:buFont typeface="+mj-lt"/>
              <a:buAutoNum type="arabicPeriod"/>
            </a:pPr>
            <a:r>
              <a:rPr lang="es-CO" sz="2000" b="1" dirty="0"/>
              <a:t>Estimación por Analogía: </a:t>
            </a:r>
          </a:p>
          <a:p>
            <a:pPr marL="457200" indent="-457200" algn="just">
              <a:buFont typeface="+mj-lt"/>
              <a:buAutoNum type="arabicPeriod"/>
            </a:pPr>
            <a:endParaRPr lang="es-CO" sz="2000" b="1" dirty="0"/>
          </a:p>
          <a:p>
            <a:pPr algn="just"/>
            <a:r>
              <a:rPr lang="es-ES" sz="2000" dirty="0"/>
              <a:t>Un equipo de desarrollo ha trabajado en un proyecto similar de una aplicación de comercio electrónico. En ese proyecto, se tardaron 300 horas en desarrollar la funcionalidad de pago. Ahora, en un nuevo proyecto, se tiene una funcionalidad de pago muy similar. Usando </a:t>
            </a:r>
            <a:r>
              <a:rPr lang="es-ES" sz="2000" b="1" dirty="0"/>
              <a:t>estimación por analogía</a:t>
            </a:r>
            <a:r>
              <a:rPr lang="es-ES" sz="2000" dirty="0"/>
              <a:t>, el equipo puede estimar que el tiempo necesario será de unas 300 horas, ya que las funcionalidades son casi idénticas</a:t>
            </a:r>
            <a:r>
              <a:rPr lang="es-ES" dirty="0"/>
              <a:t>.</a:t>
            </a:r>
          </a:p>
          <a:p>
            <a:pPr algn="just"/>
            <a:endParaRPr lang="es-ES" sz="2000" b="1" dirty="0"/>
          </a:p>
        </p:txBody>
      </p:sp>
    </p:spTree>
    <p:extLst>
      <p:ext uri="{BB962C8B-B14F-4D97-AF65-F5344CB8AC3E}">
        <p14:creationId xmlns:p14="http://schemas.microsoft.com/office/powerpoint/2010/main" val="1961826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BFE21-EBB6-CC39-D6D6-9905B0C8A1DC}"/>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E21A437D-4312-ABED-84E7-7AC9F721B41C}"/>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E32E8CE-7447-B649-1BC6-3E65DEFB71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0289CC20-9416-3F5F-C928-67F8286DFCF5}"/>
              </a:ext>
            </a:extLst>
          </p:cNvPr>
          <p:cNvSpPr txBox="1"/>
          <p:nvPr/>
        </p:nvSpPr>
        <p:spPr>
          <a:xfrm>
            <a:off x="485932" y="1196752"/>
            <a:ext cx="11287692" cy="5416868"/>
          </a:xfrm>
          <a:prstGeom prst="rect">
            <a:avLst/>
          </a:prstGeom>
          <a:noFill/>
        </p:spPr>
        <p:txBody>
          <a:bodyPr wrap="square">
            <a:spAutoFit/>
          </a:bodyPr>
          <a:lstStyle/>
          <a:p>
            <a:pPr algn="just"/>
            <a:r>
              <a:rPr lang="es-ES" sz="2400" b="1" dirty="0"/>
              <a:t>Estimaciones (tiempo):</a:t>
            </a:r>
          </a:p>
          <a:p>
            <a:pPr algn="just"/>
            <a:endParaRPr lang="es-ES" sz="2400" b="1" dirty="0"/>
          </a:p>
          <a:p>
            <a:pPr algn="just"/>
            <a:r>
              <a:rPr lang="es-CO" sz="2000" b="1" dirty="0"/>
              <a:t>2. D</a:t>
            </a:r>
            <a:r>
              <a:rPr lang="en-US" sz="2000" b="1" dirty="0" err="1"/>
              <a:t>escomposición</a:t>
            </a:r>
            <a:r>
              <a:rPr lang="en-US" sz="2000" b="1" dirty="0"/>
              <a:t> (WBS - Work Breakdown Structure)</a:t>
            </a:r>
            <a:r>
              <a:rPr lang="es-CO" sz="2000" b="1" dirty="0"/>
              <a:t>: </a:t>
            </a:r>
          </a:p>
          <a:p>
            <a:pPr algn="just"/>
            <a:endParaRPr lang="es-ES" dirty="0"/>
          </a:p>
          <a:p>
            <a:pPr algn="just"/>
            <a:r>
              <a:rPr lang="es-ES" sz="2000" dirty="0"/>
              <a:t>Este método implica descomponer el proyecto en tareas más pequeñas y manejables. Luego, se estiman los tiempos de cada tarea individualmente y se suman para obtener la estimación total del proyecto.</a:t>
            </a:r>
          </a:p>
          <a:p>
            <a:pPr algn="just"/>
            <a:endParaRPr lang="es-ES" dirty="0"/>
          </a:p>
          <a:p>
            <a:pPr algn="just"/>
            <a:r>
              <a:rPr lang="es-ES" dirty="0"/>
              <a:t>Un proyecto de desarrollo de software se descompone en las siguientes tareas:</a:t>
            </a:r>
          </a:p>
          <a:p>
            <a:pPr algn="just"/>
            <a:r>
              <a:rPr lang="es-ES" b="1" dirty="0"/>
              <a:t>Tarea 1:</a:t>
            </a:r>
            <a:r>
              <a:rPr lang="es-ES" dirty="0"/>
              <a:t> Diseño de interfaz de usuario (UI) – </a:t>
            </a:r>
            <a:r>
              <a:rPr lang="es-ES" b="1" dirty="0"/>
              <a:t>Estimación: </a:t>
            </a:r>
            <a:r>
              <a:rPr lang="es-ES" dirty="0"/>
              <a:t>80 horas.</a:t>
            </a:r>
          </a:p>
          <a:p>
            <a:pPr algn="just"/>
            <a:r>
              <a:rPr lang="es-ES" b="1" dirty="0"/>
              <a:t>Tarea 2: </a:t>
            </a:r>
            <a:r>
              <a:rPr lang="es-ES" dirty="0"/>
              <a:t>Desarrollo de la funcionalidad de registro de usuario – </a:t>
            </a:r>
            <a:r>
              <a:rPr lang="es-ES" b="1" dirty="0"/>
              <a:t>Estimación: </a:t>
            </a:r>
            <a:r>
              <a:rPr lang="es-ES" dirty="0"/>
              <a:t>120 horas.</a:t>
            </a:r>
          </a:p>
          <a:p>
            <a:pPr algn="just"/>
            <a:r>
              <a:rPr lang="es-ES" b="1" dirty="0"/>
              <a:t>Tarea 3: </a:t>
            </a:r>
            <a:r>
              <a:rPr lang="es-ES" dirty="0"/>
              <a:t>Integración de la base de datos – </a:t>
            </a:r>
            <a:r>
              <a:rPr lang="es-ES" b="1" dirty="0"/>
              <a:t>Estimación: </a:t>
            </a:r>
            <a:r>
              <a:rPr lang="es-ES" dirty="0"/>
              <a:t>100 horas.</a:t>
            </a:r>
          </a:p>
          <a:p>
            <a:pPr algn="just"/>
            <a:r>
              <a:rPr lang="es-ES" b="1" dirty="0"/>
              <a:t>Tarea 4: </a:t>
            </a:r>
            <a:r>
              <a:rPr lang="es-ES" dirty="0"/>
              <a:t>Pruebas y depuración – </a:t>
            </a:r>
            <a:r>
              <a:rPr lang="es-ES" b="1" dirty="0"/>
              <a:t>Estimación: </a:t>
            </a:r>
            <a:r>
              <a:rPr lang="es-ES" dirty="0"/>
              <a:t>40 horas.</a:t>
            </a:r>
          </a:p>
          <a:p>
            <a:pPr algn="just"/>
            <a:endParaRPr lang="es-ES" dirty="0"/>
          </a:p>
          <a:p>
            <a:pPr algn="just"/>
            <a:r>
              <a:rPr lang="es-ES" dirty="0"/>
              <a:t>Al sumar las estimaciones de todas las tareas (80 + 120 + 100 + 40), se obtiene una estimación total de 340 horas.</a:t>
            </a:r>
          </a:p>
          <a:p>
            <a:pPr algn="just"/>
            <a:endParaRPr lang="es-ES" dirty="0"/>
          </a:p>
          <a:p>
            <a:pPr algn="just"/>
            <a:endParaRPr lang="es-ES" sz="2000" b="1" dirty="0"/>
          </a:p>
        </p:txBody>
      </p:sp>
    </p:spTree>
    <p:extLst>
      <p:ext uri="{BB962C8B-B14F-4D97-AF65-F5344CB8AC3E}">
        <p14:creationId xmlns:p14="http://schemas.microsoft.com/office/powerpoint/2010/main" val="629443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3FC8C-83BD-8C90-F65F-B63309F33B56}"/>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4B36D021-E4DB-AC8D-CACD-1CFAED95434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A7FE6758-C6BB-C572-CFEB-BB10E08229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B6FD76F9-9E1D-F3B1-3AA8-FCB9CB0DE2F7}"/>
              </a:ext>
            </a:extLst>
          </p:cNvPr>
          <p:cNvSpPr txBox="1"/>
          <p:nvPr/>
        </p:nvSpPr>
        <p:spPr>
          <a:xfrm>
            <a:off x="485932" y="1196752"/>
            <a:ext cx="11287692" cy="5601533"/>
          </a:xfrm>
          <a:prstGeom prst="rect">
            <a:avLst/>
          </a:prstGeom>
          <a:noFill/>
        </p:spPr>
        <p:txBody>
          <a:bodyPr wrap="square">
            <a:spAutoFit/>
          </a:bodyPr>
          <a:lstStyle/>
          <a:p>
            <a:pPr algn="just"/>
            <a:r>
              <a:rPr lang="es-ES" sz="2400" b="1" dirty="0"/>
              <a:t>Estimaciones (tiempo):</a:t>
            </a:r>
          </a:p>
          <a:p>
            <a:pPr algn="just"/>
            <a:endParaRPr lang="es-ES" sz="2400" b="1" dirty="0"/>
          </a:p>
          <a:p>
            <a:pPr algn="just"/>
            <a:r>
              <a:rPr lang="es-CO" sz="2000" b="1" dirty="0"/>
              <a:t>3. Delphi: </a:t>
            </a:r>
          </a:p>
          <a:p>
            <a:pPr algn="just"/>
            <a:endParaRPr lang="es-ES" dirty="0"/>
          </a:p>
          <a:p>
            <a:pPr algn="just"/>
            <a:r>
              <a:rPr lang="es-ES" dirty="0"/>
              <a:t>Esta metodología se basa en un grupo de expertos que, de manera anónima, proporcionan sus estimaciones sobre el tiempo necesario para completar tareas. Las respuestas se recopilan, se discuten y se ajustan hasta que se obtiene una estimación consensuada.</a:t>
            </a:r>
          </a:p>
          <a:p>
            <a:pPr algn="just"/>
            <a:endParaRPr lang="es-ES" dirty="0"/>
          </a:p>
          <a:p>
            <a:pPr algn="just"/>
            <a:r>
              <a:rPr lang="es-ES" dirty="0"/>
              <a:t>Un equipo de expertos (5 personas) estima el tiempo necesario para implementar una nueva funcionalidad en una aplicación. Cada experto da una estimación de tiempo en horas. Los resultados iniciales son:</a:t>
            </a:r>
          </a:p>
          <a:p>
            <a:pPr algn="just"/>
            <a:r>
              <a:rPr lang="es-ES" dirty="0"/>
              <a:t>Experto 1: 40 horas</a:t>
            </a:r>
          </a:p>
          <a:p>
            <a:pPr algn="just"/>
            <a:r>
              <a:rPr lang="es-ES" dirty="0"/>
              <a:t>Experto 2: 50 horas</a:t>
            </a:r>
          </a:p>
          <a:p>
            <a:pPr algn="just"/>
            <a:r>
              <a:rPr lang="es-ES" dirty="0"/>
              <a:t>Experto 3: 60 horas</a:t>
            </a:r>
          </a:p>
          <a:p>
            <a:pPr algn="just"/>
            <a:r>
              <a:rPr lang="es-ES" dirty="0"/>
              <a:t>Experto 4: 45 horas</a:t>
            </a:r>
          </a:p>
          <a:p>
            <a:pPr algn="just"/>
            <a:r>
              <a:rPr lang="es-ES" dirty="0"/>
              <a:t>Experto 5: 55 horas</a:t>
            </a:r>
          </a:p>
          <a:p>
            <a:pPr algn="just"/>
            <a:endParaRPr lang="es-ES" dirty="0"/>
          </a:p>
          <a:p>
            <a:pPr algn="just"/>
            <a:r>
              <a:rPr lang="es-ES" dirty="0"/>
              <a:t>Se calcula el promedio para determinar que la duración es de 50 horas.</a:t>
            </a:r>
          </a:p>
          <a:p>
            <a:pPr algn="just"/>
            <a:endParaRPr lang="es-ES" dirty="0"/>
          </a:p>
          <a:p>
            <a:pPr algn="just"/>
            <a:endParaRPr lang="es-ES" sz="2000" b="1" dirty="0"/>
          </a:p>
        </p:txBody>
      </p:sp>
    </p:spTree>
    <p:extLst>
      <p:ext uri="{BB962C8B-B14F-4D97-AF65-F5344CB8AC3E}">
        <p14:creationId xmlns:p14="http://schemas.microsoft.com/office/powerpoint/2010/main" val="2752512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9754-96F8-4BD6-2432-4C4C9F83AF2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553087BE-037E-7530-83F0-C0248E7B7470}"/>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18BF74D9-FF57-EA5A-4058-6A3ECAFC29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C23C83E-321B-A660-40B5-127FEB6019ED}"/>
                  </a:ext>
                </a:extLst>
              </p:cNvPr>
              <p:cNvSpPr txBox="1"/>
              <p:nvPr/>
            </p:nvSpPr>
            <p:spPr>
              <a:xfrm>
                <a:off x="485932" y="1196752"/>
                <a:ext cx="11287692" cy="4767715"/>
              </a:xfrm>
              <a:prstGeom prst="rect">
                <a:avLst/>
              </a:prstGeom>
              <a:noFill/>
            </p:spPr>
            <p:txBody>
              <a:bodyPr wrap="square">
                <a:spAutoFit/>
              </a:bodyPr>
              <a:lstStyle/>
              <a:p>
                <a:pPr algn="just"/>
                <a:r>
                  <a:rPr lang="es-ES" sz="2400" b="1" dirty="0"/>
                  <a:t>Estimaciones (tiempo):</a:t>
                </a:r>
              </a:p>
              <a:p>
                <a:pPr algn="just"/>
                <a:endParaRPr lang="es-ES" sz="2400" b="1" dirty="0"/>
              </a:p>
              <a:p>
                <a:pPr algn="just"/>
                <a:r>
                  <a:rPr lang="es-CO" sz="2000" b="1" dirty="0"/>
                  <a:t>4. PERT: </a:t>
                </a:r>
              </a:p>
              <a:p>
                <a:pPr algn="just"/>
                <a:endParaRPr lang="es-ES" dirty="0"/>
              </a:p>
              <a:p>
                <a:pPr algn="just"/>
                <a:r>
                  <a:rPr lang="es-ES" dirty="0"/>
                  <a:t>Este método utiliza tres estimaciones para cada tarea (RF o RNF):</a:t>
                </a:r>
              </a:p>
              <a:p>
                <a:pPr algn="just"/>
                <a:endParaRPr lang="es-ES" dirty="0"/>
              </a:p>
              <a:p>
                <a:pPr algn="just"/>
                <a:r>
                  <a:rPr lang="es-ES" b="1" dirty="0"/>
                  <a:t>Optimista (O): </a:t>
                </a:r>
                <a:r>
                  <a:rPr lang="es-ES" dirty="0"/>
                  <a:t>El tiempo más corto posible.</a:t>
                </a:r>
              </a:p>
              <a:p>
                <a:pPr algn="just"/>
                <a:r>
                  <a:rPr lang="es-ES" b="1" dirty="0"/>
                  <a:t>Pesimista (P): </a:t>
                </a:r>
                <a:r>
                  <a:rPr lang="es-ES" dirty="0"/>
                  <a:t>El tiempo más largo posible.</a:t>
                </a:r>
              </a:p>
              <a:p>
                <a:pPr algn="just"/>
                <a:r>
                  <a:rPr lang="es-ES" b="1" dirty="0"/>
                  <a:t>Realista (R): </a:t>
                </a:r>
                <a:r>
                  <a:rPr lang="es-ES" dirty="0"/>
                  <a:t>El tiempo más probable.</a:t>
                </a:r>
              </a:p>
              <a:p>
                <a:pPr algn="just"/>
                <a:endParaRPr lang="es-ES" dirty="0"/>
              </a:p>
              <a:p>
                <a:pPr algn="just"/>
                <a:r>
                  <a:rPr lang="es-ES" dirty="0"/>
                  <a:t>Luego, se calcula el resultado usando la fórmula PERT</a:t>
                </a:r>
              </a:p>
              <a:p>
                <a:pPr algn="just"/>
                <a:endParaRPr lang="es-ES" dirty="0"/>
              </a:p>
              <a:p>
                <a:pPr algn="just"/>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𝑡</m:t>
                      </m:r>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𝑂</m:t>
                          </m:r>
                          <m:r>
                            <a:rPr lang="es-ES" b="0" i="1" smtClean="0">
                              <a:latin typeface="Cambria Math" panose="02040503050406030204" pitchFamily="18" charset="0"/>
                            </a:rPr>
                            <m:t>+4</m:t>
                          </m:r>
                          <m:r>
                            <a:rPr lang="es-ES" b="0" i="1" smtClean="0">
                              <a:latin typeface="Cambria Math" panose="02040503050406030204" pitchFamily="18" charset="0"/>
                            </a:rPr>
                            <m:t>𝑅</m:t>
                          </m:r>
                          <m:r>
                            <a:rPr lang="es-ES" b="0" i="1" smtClean="0">
                              <a:latin typeface="Cambria Math" panose="02040503050406030204" pitchFamily="18" charset="0"/>
                            </a:rPr>
                            <m:t>+</m:t>
                          </m:r>
                          <m:r>
                            <a:rPr lang="es-ES" b="0" i="1" smtClean="0">
                              <a:latin typeface="Cambria Math" panose="02040503050406030204" pitchFamily="18" charset="0"/>
                            </a:rPr>
                            <m:t>𝑃</m:t>
                          </m:r>
                        </m:num>
                        <m:den>
                          <m:r>
                            <a:rPr lang="es-ES" b="0" i="1" smtClean="0">
                              <a:latin typeface="Cambria Math" panose="02040503050406030204" pitchFamily="18" charset="0"/>
                            </a:rPr>
                            <m:t>6</m:t>
                          </m:r>
                        </m:den>
                      </m:f>
                    </m:oMath>
                  </m:oMathPara>
                </a14:m>
                <a:endParaRPr lang="es-ES" dirty="0"/>
              </a:p>
              <a:p>
                <a:pPr algn="just"/>
                <a:endParaRPr lang="es-ES" sz="2000" b="1" dirty="0"/>
              </a:p>
              <a:p>
                <a:pPr algn="just"/>
                <a:r>
                  <a:rPr lang="es-ES" sz="2000" b="1" dirty="0"/>
                  <a:t>t: </a:t>
                </a:r>
                <a:r>
                  <a:rPr lang="es-ES" sz="2000" dirty="0"/>
                  <a:t>tiempo de desarrollo de cada actividad.</a:t>
                </a:r>
              </a:p>
            </p:txBody>
          </p:sp>
        </mc:Choice>
        <mc:Fallback xmlns="">
          <p:sp>
            <p:nvSpPr>
              <p:cNvPr id="4" name="CuadroTexto 3">
                <a:extLst>
                  <a:ext uri="{FF2B5EF4-FFF2-40B4-BE49-F238E27FC236}">
                    <a16:creationId xmlns:a16="http://schemas.microsoft.com/office/drawing/2014/main" id="{EC23C83E-321B-A660-40B5-127FEB6019ED}"/>
                  </a:ext>
                </a:extLst>
              </p:cNvPr>
              <p:cNvSpPr txBox="1">
                <a:spLocks noRot="1" noChangeAspect="1" noMove="1" noResize="1" noEditPoints="1" noAdjustHandles="1" noChangeArrowheads="1" noChangeShapeType="1" noTextEdit="1"/>
              </p:cNvSpPr>
              <p:nvPr/>
            </p:nvSpPr>
            <p:spPr>
              <a:xfrm>
                <a:off x="485932" y="1196752"/>
                <a:ext cx="11287692" cy="4767715"/>
              </a:xfrm>
              <a:prstGeom prst="rect">
                <a:avLst/>
              </a:prstGeom>
              <a:blipFill>
                <a:blip r:embed="rId3"/>
                <a:stretch>
                  <a:fillRect l="-864" t="-895" b="-1407"/>
                </a:stretch>
              </a:blipFill>
            </p:spPr>
            <p:txBody>
              <a:bodyPr/>
              <a:lstStyle/>
              <a:p>
                <a:r>
                  <a:rPr lang="es-CO">
                    <a:noFill/>
                  </a:rPr>
                  <a:t> </a:t>
                </a:r>
              </a:p>
            </p:txBody>
          </p:sp>
        </mc:Fallback>
      </mc:AlternateContent>
    </p:spTree>
    <p:extLst>
      <p:ext uri="{BB962C8B-B14F-4D97-AF65-F5344CB8AC3E}">
        <p14:creationId xmlns:p14="http://schemas.microsoft.com/office/powerpoint/2010/main" val="4210647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9CA56-3649-E401-0DFE-4DC4762E7670}"/>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81A26556-E20C-5558-8F53-30A495CDB94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E54BC1A2-D6FC-C533-FE67-DF1B1E70377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FAB99804-81E0-5794-2688-5ABD781BF9F9}"/>
              </a:ext>
            </a:extLst>
          </p:cNvPr>
          <p:cNvSpPr txBox="1"/>
          <p:nvPr/>
        </p:nvSpPr>
        <p:spPr>
          <a:xfrm>
            <a:off x="485932" y="1196752"/>
            <a:ext cx="11287692" cy="2800767"/>
          </a:xfrm>
          <a:prstGeom prst="rect">
            <a:avLst/>
          </a:prstGeom>
          <a:noFill/>
        </p:spPr>
        <p:txBody>
          <a:bodyPr wrap="square">
            <a:spAutoFit/>
          </a:bodyPr>
          <a:lstStyle/>
          <a:p>
            <a:pPr algn="just"/>
            <a:r>
              <a:rPr lang="es-ES" sz="2400" b="1" dirty="0"/>
              <a:t>Estimaciones (tiempo):</a:t>
            </a:r>
          </a:p>
          <a:p>
            <a:pPr algn="just"/>
            <a:endParaRPr lang="es-ES" sz="2400" b="1" dirty="0"/>
          </a:p>
          <a:p>
            <a:pPr algn="just"/>
            <a:r>
              <a:rPr lang="es-CO" sz="2000" b="1" dirty="0"/>
              <a:t>5. Monte Carlo: </a:t>
            </a:r>
          </a:p>
          <a:p>
            <a:pPr algn="just"/>
            <a:endParaRPr lang="es-ES" dirty="0"/>
          </a:p>
          <a:p>
            <a:pPr algn="just"/>
            <a:r>
              <a:rPr lang="es-ES" dirty="0"/>
              <a:t>Utilizar simulaciones estadísticas para predecir el tiempo de un proyecto basado en diferentes variables e incertidumbres. Esta técnica genera múltiples escenarios posibles y los analiza para estimar el rango de tiempo probable.</a:t>
            </a:r>
          </a:p>
          <a:p>
            <a:pPr algn="just"/>
            <a:endParaRPr lang="es-ES" dirty="0"/>
          </a:p>
          <a:p>
            <a:pPr algn="just"/>
            <a:r>
              <a:rPr lang="es-ES" b="1" dirty="0"/>
              <a:t>Ejemplo: </a:t>
            </a:r>
            <a:r>
              <a:rPr lang="es-ES" dirty="0"/>
              <a:t>https://colab.research.google.com/drive/1dnTNBrnrDzcxW5_tOR5dw5AaiS9eLXOq?usp=sharing</a:t>
            </a:r>
          </a:p>
        </p:txBody>
      </p:sp>
    </p:spTree>
    <p:extLst>
      <p:ext uri="{BB962C8B-B14F-4D97-AF65-F5344CB8AC3E}">
        <p14:creationId xmlns:p14="http://schemas.microsoft.com/office/powerpoint/2010/main" val="2107039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CC8F-7EE3-96A0-C032-24553BFD2C5C}"/>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D52D510D-5B9C-EC48-98C5-7317C71E20E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71203C5-2852-9E4E-DBAA-1635D71955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BD7CE690-4674-6C61-FB09-9210BE9BA61B}"/>
              </a:ext>
            </a:extLst>
          </p:cNvPr>
          <p:cNvSpPr txBox="1"/>
          <p:nvPr/>
        </p:nvSpPr>
        <p:spPr>
          <a:xfrm>
            <a:off x="485932" y="1196752"/>
            <a:ext cx="11287692" cy="5201424"/>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ES" sz="2000" dirty="0"/>
              <a:t>Las estimaciones por costos buscan establecer en lo posible un valor concreto para el valor a pagar o a recibir por un desarrollo de software, ya sea un nuevo aplicativo o una refactorización, de acuerdo, con la información disponible.</a:t>
            </a:r>
          </a:p>
          <a:p>
            <a:pPr algn="just"/>
            <a:endParaRPr lang="es-ES" sz="2400" b="1" dirty="0"/>
          </a:p>
          <a:p>
            <a:pPr algn="just"/>
            <a:r>
              <a:rPr lang="es-CO" sz="2000" b="1" dirty="0"/>
              <a:t>1. Analogía: </a:t>
            </a:r>
          </a:p>
          <a:p>
            <a:pPr algn="just"/>
            <a:endParaRPr lang="es-ES" dirty="0"/>
          </a:p>
          <a:p>
            <a:pPr algn="just"/>
            <a:r>
              <a:rPr lang="es-ES" dirty="0"/>
              <a:t>Al igual que en la estimación por tiempos, se puede tomar como referencia un sistema anterior que cumple con características similares al proyecto en cuestión para tomar su valor como criterio. Se recomienda tener en cuenta los factores económicos como cambios de divisas, tasas de inflación, entre otros.</a:t>
            </a:r>
          </a:p>
          <a:p>
            <a:pPr algn="just"/>
            <a:endParaRPr lang="es-ES" dirty="0"/>
          </a:p>
          <a:p>
            <a:pPr algn="just"/>
            <a:r>
              <a:rPr lang="es-ES" b="1" dirty="0"/>
              <a:t>Ejemplo:</a:t>
            </a:r>
            <a:r>
              <a:rPr lang="es-ES" dirty="0"/>
              <a:t> Un equipo de desarrollo tiene experiencia en proyectos de aplicaciones móviles similares. Basándose en proyectos anteriores, los expertos estiman que el nuevo proyecto costará </a:t>
            </a:r>
            <a:r>
              <a:rPr lang="es-ES" b="1" dirty="0"/>
              <a:t>$50,000</a:t>
            </a:r>
            <a:r>
              <a:rPr lang="es-ES" dirty="0"/>
              <a:t>. Utilizan sus conocimientos sobre problemas comunes y complejidad para ajustar la estimación.</a:t>
            </a:r>
          </a:p>
          <a:p>
            <a:pPr algn="just"/>
            <a:endParaRPr lang="es-ES" dirty="0"/>
          </a:p>
          <a:p>
            <a:pPr algn="just"/>
            <a:endParaRPr lang="es-ES" dirty="0"/>
          </a:p>
        </p:txBody>
      </p:sp>
    </p:spTree>
    <p:extLst>
      <p:ext uri="{BB962C8B-B14F-4D97-AF65-F5344CB8AC3E}">
        <p14:creationId xmlns:p14="http://schemas.microsoft.com/office/powerpoint/2010/main" val="6334552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5C89B-B8E0-016F-E212-DEFBFF549C8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A0EFF8F9-F320-D166-1B17-F662660B748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D0C4384C-73B3-8A68-2D9C-9DC259C5E7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74111E97-F5C7-E3DE-7F93-6F79F1151031}"/>
              </a:ext>
            </a:extLst>
          </p:cNvPr>
          <p:cNvSpPr txBox="1"/>
          <p:nvPr/>
        </p:nvSpPr>
        <p:spPr>
          <a:xfrm>
            <a:off x="485932" y="1490687"/>
            <a:ext cx="11287692" cy="2800767"/>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2. Puntos de Función:  </a:t>
            </a:r>
            <a:r>
              <a:rPr lang="es-ES" dirty="0"/>
              <a:t>Esta metodología mide la funcionalidad del software basada en la cantidad de entradas, salidas, consultas, archivos y interfaces externas. Cada punto de función se asigna a un costo estimado.</a:t>
            </a:r>
          </a:p>
          <a:p>
            <a:pPr algn="just"/>
            <a:endParaRPr lang="es-ES" b="1" dirty="0"/>
          </a:p>
          <a:p>
            <a:endParaRPr lang="es-ES" dirty="0"/>
          </a:p>
          <a:p>
            <a:pPr algn="just"/>
            <a:endParaRPr lang="es-ES" dirty="0"/>
          </a:p>
          <a:p>
            <a:pPr algn="just"/>
            <a:endParaRPr lang="es-ES" dirty="0"/>
          </a:p>
        </p:txBody>
      </p:sp>
      <p:graphicFrame>
        <p:nvGraphicFramePr>
          <p:cNvPr id="5" name="Tabla 4">
            <a:extLst>
              <a:ext uri="{FF2B5EF4-FFF2-40B4-BE49-F238E27FC236}">
                <a16:creationId xmlns:a16="http://schemas.microsoft.com/office/drawing/2014/main" id="{B0A6000F-A4F1-FC60-D646-FD77872402B7}"/>
              </a:ext>
            </a:extLst>
          </p:cNvPr>
          <p:cNvGraphicFramePr>
            <a:graphicFrameLocks noGrp="1"/>
          </p:cNvGraphicFramePr>
          <p:nvPr>
            <p:extLst>
              <p:ext uri="{D42A27DB-BD31-4B8C-83A1-F6EECF244321}">
                <p14:modId xmlns:p14="http://schemas.microsoft.com/office/powerpoint/2010/main" val="787454423"/>
              </p:ext>
            </p:extLst>
          </p:nvPr>
        </p:nvGraphicFramePr>
        <p:xfrm>
          <a:off x="982318" y="3284562"/>
          <a:ext cx="10227363" cy="3114040"/>
        </p:xfrm>
        <a:graphic>
          <a:graphicData uri="http://schemas.openxmlformats.org/drawingml/2006/table">
            <a:tbl>
              <a:tblPr firstRow="1" bandRow="1">
                <a:tableStyleId>{00A15C55-8517-42AA-B614-E9B94910E393}</a:tableStyleId>
              </a:tblPr>
              <a:tblGrid>
                <a:gridCol w="1623306">
                  <a:extLst>
                    <a:ext uri="{9D8B030D-6E8A-4147-A177-3AD203B41FA5}">
                      <a16:colId xmlns:a16="http://schemas.microsoft.com/office/drawing/2014/main" val="1178273131"/>
                    </a:ext>
                  </a:extLst>
                </a:gridCol>
                <a:gridCol w="6306357">
                  <a:extLst>
                    <a:ext uri="{9D8B030D-6E8A-4147-A177-3AD203B41FA5}">
                      <a16:colId xmlns:a16="http://schemas.microsoft.com/office/drawing/2014/main" val="1938418035"/>
                    </a:ext>
                  </a:extLst>
                </a:gridCol>
                <a:gridCol w="720080">
                  <a:extLst>
                    <a:ext uri="{9D8B030D-6E8A-4147-A177-3AD203B41FA5}">
                      <a16:colId xmlns:a16="http://schemas.microsoft.com/office/drawing/2014/main" val="3023663099"/>
                    </a:ext>
                  </a:extLst>
                </a:gridCol>
                <a:gridCol w="864096">
                  <a:extLst>
                    <a:ext uri="{9D8B030D-6E8A-4147-A177-3AD203B41FA5}">
                      <a16:colId xmlns:a16="http://schemas.microsoft.com/office/drawing/2014/main" val="1532064157"/>
                    </a:ext>
                  </a:extLst>
                </a:gridCol>
                <a:gridCol w="713524">
                  <a:extLst>
                    <a:ext uri="{9D8B030D-6E8A-4147-A177-3AD203B41FA5}">
                      <a16:colId xmlns:a16="http://schemas.microsoft.com/office/drawing/2014/main" val="941400953"/>
                    </a:ext>
                  </a:extLst>
                </a:gridCol>
              </a:tblGrid>
              <a:tr h="370840">
                <a:tc>
                  <a:txBody>
                    <a:bodyPr/>
                    <a:lstStyle/>
                    <a:p>
                      <a:pPr algn="ctr"/>
                      <a:r>
                        <a:rPr lang="es-ES" sz="1500" b="1" dirty="0">
                          <a:latin typeface="Arial" panose="020B0604020202020204" pitchFamily="34" charset="0"/>
                          <a:cs typeface="Arial" panose="020B0604020202020204" pitchFamily="34" charset="0"/>
                        </a:rPr>
                        <a:t>Elemento</a:t>
                      </a:r>
                      <a:endParaRPr lang="es-CO" sz="1500" b="1" dirty="0">
                        <a:latin typeface="Arial" panose="020B0604020202020204" pitchFamily="34" charset="0"/>
                        <a:cs typeface="Arial" panose="020B0604020202020204" pitchFamily="34" charset="0"/>
                      </a:endParaRPr>
                    </a:p>
                  </a:txBody>
                  <a:tcPr/>
                </a:tc>
                <a:tc>
                  <a:txBody>
                    <a:bodyPr/>
                    <a:lstStyle/>
                    <a:p>
                      <a:r>
                        <a:rPr lang="es-ES" sz="1500" dirty="0">
                          <a:latin typeface="Arial" panose="020B0604020202020204" pitchFamily="34" charset="0"/>
                          <a:cs typeface="Arial" panose="020B0604020202020204" pitchFamily="34" charset="0"/>
                        </a:rPr>
                        <a:t>Datos o control introducidos desde el usuario o sistemas externos.</a:t>
                      </a:r>
                      <a:endParaRPr lang="es-CO" sz="1500" dirty="0">
                        <a:latin typeface="Arial" panose="020B0604020202020204" pitchFamily="34" charset="0"/>
                        <a:cs typeface="Arial" panose="020B0604020202020204" pitchFamily="34" charset="0"/>
                      </a:endParaRPr>
                    </a:p>
                  </a:txBody>
                  <a:tcPr/>
                </a:tc>
                <a:tc>
                  <a:txBody>
                    <a:bodyPr/>
                    <a:lstStyle/>
                    <a:p>
                      <a:pPr algn="ctr"/>
                      <a:r>
                        <a:rPr lang="es-CO" sz="1500" b="1" dirty="0">
                          <a:latin typeface="Arial" panose="020B0604020202020204" pitchFamily="34" charset="0"/>
                          <a:cs typeface="Arial" panose="020B0604020202020204" pitchFamily="34" charset="0"/>
                        </a:rPr>
                        <a:t>Baja</a:t>
                      </a:r>
                      <a:endParaRPr lang="es-CO" sz="1500" dirty="0">
                        <a:latin typeface="Arial" panose="020B0604020202020204" pitchFamily="34" charset="0"/>
                        <a:cs typeface="Arial" panose="020B0604020202020204" pitchFamily="34" charset="0"/>
                      </a:endParaRPr>
                    </a:p>
                  </a:txBody>
                  <a:tcPr anchor="ctr"/>
                </a:tc>
                <a:tc>
                  <a:txBody>
                    <a:bodyPr/>
                    <a:lstStyle/>
                    <a:p>
                      <a:pPr algn="ctr"/>
                      <a:r>
                        <a:rPr lang="es-CO" sz="1500" b="1" dirty="0">
                          <a:latin typeface="Arial" panose="020B0604020202020204" pitchFamily="34" charset="0"/>
                          <a:cs typeface="Arial" panose="020B0604020202020204" pitchFamily="34" charset="0"/>
                        </a:rPr>
                        <a:t>Media</a:t>
                      </a:r>
                      <a:endParaRPr lang="es-CO" sz="1500" dirty="0">
                        <a:latin typeface="Arial" panose="020B0604020202020204" pitchFamily="34" charset="0"/>
                        <a:cs typeface="Arial" panose="020B0604020202020204" pitchFamily="34" charset="0"/>
                      </a:endParaRPr>
                    </a:p>
                  </a:txBody>
                  <a:tcPr anchor="ctr"/>
                </a:tc>
                <a:tc>
                  <a:txBody>
                    <a:bodyPr/>
                    <a:lstStyle/>
                    <a:p>
                      <a:pPr algn="ctr"/>
                      <a:r>
                        <a:rPr lang="es-CO" sz="1500" b="1" dirty="0">
                          <a:latin typeface="Arial" panose="020B0604020202020204" pitchFamily="34" charset="0"/>
                          <a:cs typeface="Arial" panose="020B0604020202020204" pitchFamily="34" charset="0"/>
                        </a:rPr>
                        <a:t>Alta</a:t>
                      </a:r>
                      <a:endParaRPr lang="es-CO"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175257790"/>
                  </a:ext>
                </a:extLst>
              </a:tr>
              <a:tr h="370840">
                <a:tc>
                  <a:txBody>
                    <a:bodyPr/>
                    <a:lstStyle/>
                    <a:p>
                      <a:pPr algn="ctr"/>
                      <a:r>
                        <a:rPr lang="es-ES" sz="1500" dirty="0">
                          <a:latin typeface="Arial" panose="020B0604020202020204" pitchFamily="34" charset="0"/>
                          <a:cs typeface="Arial" panose="020B0604020202020204" pitchFamily="34" charset="0"/>
                        </a:rPr>
                        <a:t>Entradas externas (EE)</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Datos introducidos al sistema desde el usuario o sistemas externos (ej., formularios).</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4</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5</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7</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00703890"/>
                  </a:ext>
                </a:extLst>
              </a:tr>
              <a:tr h="370840">
                <a:tc>
                  <a:txBody>
                    <a:bodyPr/>
                    <a:lstStyle/>
                    <a:p>
                      <a:pPr algn="ctr"/>
                      <a:r>
                        <a:rPr lang="es-CO" sz="1500" dirty="0">
                          <a:latin typeface="Arial" panose="020B0604020202020204" pitchFamily="34" charset="0"/>
                          <a:cs typeface="Arial" panose="020B0604020202020204" pitchFamily="34" charset="0"/>
                        </a:rPr>
                        <a:t>Salidas Externas (SE)</a:t>
                      </a:r>
                    </a:p>
                  </a:txBody>
                  <a:tcPr/>
                </a:tc>
                <a:tc>
                  <a:txBody>
                    <a:bodyPr/>
                    <a:lstStyle/>
                    <a:p>
                      <a:pPr algn="ctr"/>
                      <a:r>
                        <a:rPr lang="es-ES" sz="1500" dirty="0">
                          <a:latin typeface="Arial" panose="020B0604020202020204" pitchFamily="34" charset="0"/>
                          <a:cs typeface="Arial" panose="020B0604020202020204" pitchFamily="34" charset="0"/>
                        </a:rPr>
                        <a:t>Datos generados por el sistema y presentados al usuario (ej., informes o pantallas).</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5</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7</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10</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8274710"/>
                  </a:ext>
                </a:extLst>
              </a:tr>
              <a:tr h="370840">
                <a:tc>
                  <a:txBody>
                    <a:bodyPr/>
                    <a:lstStyle/>
                    <a:p>
                      <a:pPr algn="ctr"/>
                      <a:r>
                        <a:rPr lang="es-CO" sz="1500" b="0" dirty="0">
                          <a:latin typeface="Arial" panose="020B0604020202020204" pitchFamily="34" charset="0"/>
                          <a:cs typeface="Arial" panose="020B0604020202020204" pitchFamily="34" charset="0"/>
                        </a:rPr>
                        <a:t>Consultas Externas (CE)</a:t>
                      </a:r>
                    </a:p>
                  </a:txBody>
                  <a:tcPr anchor="ctr"/>
                </a:tc>
                <a:tc>
                  <a:txBody>
                    <a:bodyPr/>
                    <a:lstStyle/>
                    <a:p>
                      <a:pPr algn="ctr"/>
                      <a:r>
                        <a:rPr lang="es-ES" sz="1500" dirty="0">
                          <a:latin typeface="Arial" panose="020B0604020202020204" pitchFamily="34" charset="0"/>
                          <a:cs typeface="Arial" panose="020B0604020202020204" pitchFamily="34" charset="0"/>
                        </a:rPr>
                        <a:t>Solicitudes de datos sin modificar la base de datos (ej., búsquedas).</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4</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6</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8</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5637805"/>
                  </a:ext>
                </a:extLst>
              </a:tr>
              <a:tr h="370840">
                <a:tc>
                  <a:txBody>
                    <a:bodyPr/>
                    <a:lstStyle/>
                    <a:p>
                      <a:pPr algn="ctr"/>
                      <a:r>
                        <a:rPr lang="es-CO" sz="1500" b="0" dirty="0">
                          <a:latin typeface="Arial" panose="020B0604020202020204" pitchFamily="34" charset="0"/>
                          <a:cs typeface="Arial" panose="020B0604020202020204" pitchFamily="34" charset="0"/>
                        </a:rPr>
                        <a:t>Archivos Internos (AI)</a:t>
                      </a:r>
                    </a:p>
                  </a:txBody>
                  <a:tcPr anchor="ctr"/>
                </a:tc>
                <a:tc>
                  <a:txBody>
                    <a:bodyPr/>
                    <a:lstStyle/>
                    <a:p>
                      <a:pPr algn="ctr"/>
                      <a:r>
                        <a:rPr lang="es-ES" sz="1500" dirty="0">
                          <a:latin typeface="Arial" panose="020B0604020202020204" pitchFamily="34" charset="0"/>
                          <a:cs typeface="Arial" panose="020B0604020202020204" pitchFamily="34" charset="0"/>
                        </a:rPr>
                        <a:t>Archivos dentro del sistema que contienen datos estructurados y son manipulados por el sistema.</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7</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10</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15</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34370263"/>
                  </a:ext>
                </a:extLst>
              </a:tr>
              <a:tr h="370840">
                <a:tc>
                  <a:txBody>
                    <a:bodyPr/>
                    <a:lstStyle/>
                    <a:p>
                      <a:pPr algn="ctr"/>
                      <a:r>
                        <a:rPr lang="es-CO" sz="1500" b="0" dirty="0">
                          <a:latin typeface="Arial" panose="020B0604020202020204" pitchFamily="34" charset="0"/>
                          <a:cs typeface="Arial" panose="020B0604020202020204" pitchFamily="34" charset="0"/>
                        </a:rPr>
                        <a:t>Interfaces Externas (IE)</a:t>
                      </a:r>
                    </a:p>
                  </a:txBody>
                  <a:tcPr anchor="ctr"/>
                </a:tc>
                <a:tc>
                  <a:txBody>
                    <a:bodyPr/>
                    <a:lstStyle/>
                    <a:p>
                      <a:pPr algn="ctr"/>
                      <a:r>
                        <a:rPr lang="es-ES" sz="1500" dirty="0">
                          <a:latin typeface="Arial" panose="020B0604020202020204" pitchFamily="34" charset="0"/>
                          <a:cs typeface="Arial" panose="020B0604020202020204" pitchFamily="34" charset="0"/>
                        </a:rPr>
                        <a:t>Archivos o sistemas externos con los que el sistema intercambia información (ej., conexiones con bases de datos externas).</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5</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7</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10</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65783"/>
                  </a:ext>
                </a:extLst>
              </a:tr>
            </a:tbl>
          </a:graphicData>
        </a:graphic>
      </p:graphicFrame>
    </p:spTree>
    <p:extLst>
      <p:ext uri="{BB962C8B-B14F-4D97-AF65-F5344CB8AC3E}">
        <p14:creationId xmlns:p14="http://schemas.microsoft.com/office/powerpoint/2010/main" val="3472800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A0B9-B5C9-19AB-72A0-67E20ECCE64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0A6FA89B-7E14-0EF5-34AF-D8BB91033C38}"/>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0C31779D-AFEA-1D2D-91BE-4F24D30E10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E37268BF-43DD-AF88-0A8E-8120D6963318}"/>
              </a:ext>
            </a:extLst>
          </p:cNvPr>
          <p:cNvSpPr txBox="1"/>
          <p:nvPr/>
        </p:nvSpPr>
        <p:spPr>
          <a:xfrm>
            <a:off x="485932" y="1073021"/>
            <a:ext cx="11287692" cy="1415772"/>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2. Puntos de Función:</a:t>
            </a:r>
            <a:endParaRPr lang="es-ES" dirty="0"/>
          </a:p>
          <a:p>
            <a:pPr algn="just"/>
            <a:endParaRPr lang="es-ES"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3CA81725-010A-E2DA-0D3B-DEF95E118F54}"/>
                  </a:ext>
                </a:extLst>
              </p:cNvPr>
              <p:cNvSpPr txBox="1"/>
              <p:nvPr/>
            </p:nvSpPr>
            <p:spPr>
              <a:xfrm>
                <a:off x="623392" y="2257931"/>
                <a:ext cx="11568608" cy="4364080"/>
              </a:xfrm>
              <a:prstGeom prst="rect">
                <a:avLst/>
              </a:prstGeom>
              <a:noFill/>
            </p:spPr>
            <p:txBody>
              <a:bodyPr wrap="square">
                <a:spAutoFit/>
              </a:bodyPr>
              <a:lstStyle/>
              <a:p>
                <a:r>
                  <a:rPr lang="es-ES" b="1" dirty="0"/>
                  <a:t>Ejemplo:</a:t>
                </a:r>
                <a:r>
                  <a:rPr lang="es-ES" dirty="0"/>
                  <a:t> El proyecto incluye:</a:t>
                </a:r>
              </a:p>
              <a:p>
                <a:pPr marL="285750" indent="-285750">
                  <a:buFont typeface="Arial" panose="020B0604020202020204" pitchFamily="34" charset="0"/>
                  <a:buChar char="•"/>
                </a:pPr>
                <a:r>
                  <a:rPr lang="es-ES" b="1" dirty="0"/>
                  <a:t>15 entradas:</a:t>
                </a:r>
                <a:r>
                  <a:rPr lang="es-ES" dirty="0"/>
                  <a:t> (formularios de usuario)</a:t>
                </a:r>
              </a:p>
              <a:p>
                <a:pPr marL="285750" indent="-285750">
                  <a:buFont typeface="Arial" panose="020B0604020202020204" pitchFamily="34" charset="0"/>
                  <a:buChar char="•"/>
                </a:pPr>
                <a:r>
                  <a:rPr lang="es-ES" b="1" dirty="0"/>
                  <a:t>10 salidas:</a:t>
                </a:r>
                <a:r>
                  <a:rPr lang="es-ES" dirty="0"/>
                  <a:t> (reportes)</a:t>
                </a:r>
              </a:p>
              <a:p>
                <a:pPr marL="285750" indent="-285750">
                  <a:buFont typeface="Arial" panose="020B0604020202020204" pitchFamily="34" charset="0"/>
                  <a:buChar char="•"/>
                </a:pPr>
                <a:r>
                  <a:rPr lang="es-ES" b="1" dirty="0"/>
                  <a:t>5 consultas:</a:t>
                </a:r>
                <a:r>
                  <a:rPr lang="es-ES" dirty="0"/>
                  <a:t> (búsquedas)</a:t>
                </a:r>
              </a:p>
              <a:p>
                <a:pPr marL="285750" indent="-285750">
                  <a:buFont typeface="Arial" panose="020B0604020202020204" pitchFamily="34" charset="0"/>
                  <a:buChar char="•"/>
                </a:pPr>
                <a:r>
                  <a:rPr lang="es-ES" b="1" dirty="0"/>
                  <a:t>3 archivos internos:</a:t>
                </a:r>
                <a:r>
                  <a:rPr lang="es-ES" dirty="0"/>
                  <a:t> (bases de datos)</a:t>
                </a:r>
              </a:p>
              <a:p>
                <a:pPr marL="285750" indent="-285750">
                  <a:buFont typeface="Arial" panose="020B0604020202020204" pitchFamily="34" charset="0"/>
                  <a:buChar char="•"/>
                </a:pPr>
                <a:r>
                  <a:rPr lang="es-ES" b="1" dirty="0"/>
                  <a:t>2 interfaces externas:</a:t>
                </a:r>
                <a:r>
                  <a:rPr lang="es-ES" dirty="0"/>
                  <a:t> (API)</a:t>
                </a:r>
              </a:p>
              <a:p>
                <a:pPr algn="just"/>
                <a:endParaRPr lang="es-ES" dirty="0"/>
              </a:p>
              <a:p>
                <a:pPr algn="just"/>
                <a:r>
                  <a:rPr lang="es-ES" dirty="0"/>
                  <a:t>Utilizando una tabla estándar, se asignan </a:t>
                </a:r>
                <a:r>
                  <a:rPr lang="es-ES" b="1" dirty="0"/>
                  <a:t>4 puntos de función</a:t>
                </a:r>
                <a:r>
                  <a:rPr lang="es-ES" dirty="0"/>
                  <a:t> para cada entrada, </a:t>
                </a:r>
                <a:r>
                  <a:rPr lang="es-ES" b="1" dirty="0"/>
                  <a:t>5 para cada salida</a:t>
                </a:r>
                <a:r>
                  <a:rPr lang="es-ES" dirty="0"/>
                  <a:t>, </a:t>
                </a:r>
                <a:r>
                  <a:rPr lang="es-ES" b="1" dirty="0"/>
                  <a:t>4 para consultas</a:t>
                </a:r>
                <a:r>
                  <a:rPr lang="es-ES" dirty="0"/>
                  <a:t>, </a:t>
                </a:r>
                <a:r>
                  <a:rPr lang="es-ES" b="1" dirty="0"/>
                  <a:t>10 para archivos internos</a:t>
                </a:r>
                <a:r>
                  <a:rPr lang="es-ES" dirty="0"/>
                  <a:t> y </a:t>
                </a:r>
                <a:r>
                  <a:rPr lang="es-ES" b="1" dirty="0"/>
                  <a:t>7 para interfaces externas</a:t>
                </a:r>
                <a:r>
                  <a:rPr lang="es-ES" dirty="0"/>
                  <a:t>. La suma total es:</a:t>
                </a:r>
              </a:p>
              <a:p>
                <a:pPr algn="just"/>
                <a:endParaRPr lang="es-ES" dirty="0"/>
              </a:p>
              <a:p>
                <a:pPr algn="just"/>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𝑇𝑜𝑡𝑎𝑙</m:t>
                      </m:r>
                      <m:r>
                        <a:rPr lang="es-ES" b="0" i="1" smtClean="0">
                          <a:latin typeface="Cambria Math" panose="02040503050406030204" pitchFamily="18" charset="0"/>
                        </a:rPr>
                        <m:t> </m:t>
                      </m:r>
                      <m:r>
                        <a:rPr lang="es-ES" b="0" i="1" smtClean="0">
                          <a:latin typeface="Cambria Math" panose="02040503050406030204" pitchFamily="18" charset="0"/>
                        </a:rPr>
                        <m:t>𝑃𝑢𝑛𝑡𝑜𝑠</m:t>
                      </m:r>
                      <m:r>
                        <a:rPr lang="es-ES" i="1" smtClean="0">
                          <a:latin typeface="Cambria Math" panose="02040503050406030204" pitchFamily="18" charset="0"/>
                        </a:rPr>
                        <m:t>=</m:t>
                      </m:r>
                      <m:nary>
                        <m:naryPr>
                          <m:chr m:val="∑"/>
                          <m:subHide m:val="on"/>
                          <m:supHide m:val="on"/>
                          <m:ctrlPr>
                            <a:rPr lang="es-ES" i="1" smtClean="0">
                              <a:latin typeface="Cambria Math" panose="02040503050406030204" pitchFamily="18" charset="0"/>
                            </a:rPr>
                          </m:ctrlPr>
                        </m:naryPr>
                        <m:sub/>
                        <m:sup/>
                        <m:e>
                          <m:r>
                            <a:rPr lang="es-ES" b="0" i="1" smtClean="0">
                              <a:latin typeface="Cambria Math" panose="02040503050406030204" pitchFamily="18" charset="0"/>
                            </a:rPr>
                            <m:t>(</m:t>
                          </m:r>
                          <m:r>
                            <a:rPr lang="es-ES" b="0" i="1" smtClean="0">
                              <a:latin typeface="Cambria Math" panose="02040503050406030204" pitchFamily="18" charset="0"/>
                            </a:rPr>
                            <m:t>𝑒𝑛𝑡𝑟𝑎𝑑𝑎𝑠</m:t>
                          </m:r>
                          <m:r>
                            <a:rPr lang="es-ES" b="0" i="1" smtClean="0">
                              <a:latin typeface="Cambria Math" panose="02040503050406030204" pitchFamily="18" charset="0"/>
                            </a:rPr>
                            <m:t>, </m:t>
                          </m:r>
                          <m:r>
                            <a:rPr lang="es-ES" b="0" i="1" smtClean="0">
                              <a:latin typeface="Cambria Math" panose="02040503050406030204" pitchFamily="18" charset="0"/>
                            </a:rPr>
                            <m:t>𝑠𝑎𝑙𝑖𝑑𝑎𝑠</m:t>
                          </m:r>
                          <m:r>
                            <a:rPr lang="es-ES" b="0" i="1" smtClean="0">
                              <a:latin typeface="Cambria Math" panose="02040503050406030204" pitchFamily="18" charset="0"/>
                            </a:rPr>
                            <m:t>, </m:t>
                          </m:r>
                          <m:r>
                            <a:rPr lang="es-ES" b="0" i="1" smtClean="0">
                              <a:latin typeface="Cambria Math" panose="02040503050406030204" pitchFamily="18" charset="0"/>
                            </a:rPr>
                            <m:t>𝑐𝑜𝑛𝑠𝑢𝑙𝑡𝑎𝑠</m:t>
                          </m:r>
                          <m:r>
                            <a:rPr lang="es-ES" b="0" i="1" smtClean="0">
                              <a:latin typeface="Cambria Math" panose="02040503050406030204" pitchFamily="18" charset="0"/>
                            </a:rPr>
                            <m:t>, </m:t>
                          </m:r>
                          <m:r>
                            <a:rPr lang="es-ES" b="0" i="1" smtClean="0">
                              <a:latin typeface="Cambria Math" panose="02040503050406030204" pitchFamily="18" charset="0"/>
                            </a:rPr>
                            <m:t>𝑎𝑟𝑐h𝑖𝑣𝑜𝑠</m:t>
                          </m:r>
                          <m:r>
                            <a:rPr lang="es-ES" b="0" i="1" smtClean="0">
                              <a:latin typeface="Cambria Math" panose="02040503050406030204" pitchFamily="18" charset="0"/>
                            </a:rPr>
                            <m:t>, </m:t>
                          </m:r>
                          <m:r>
                            <a:rPr lang="es-ES" b="0" i="1" smtClean="0">
                              <a:latin typeface="Cambria Math" panose="02040503050406030204" pitchFamily="18" charset="0"/>
                            </a:rPr>
                            <m:t>𝑖𝑛𝑡𝑒𝑟𝑓𝑎𝑐𝑒𝑠</m:t>
                          </m:r>
                          <m:r>
                            <a:rPr lang="es-ES" b="0" i="1" smtClean="0">
                              <a:latin typeface="Cambria Math" panose="02040503050406030204" pitchFamily="18" charset="0"/>
                            </a:rPr>
                            <m:t>)</m:t>
                          </m:r>
                        </m:e>
                      </m:nary>
                    </m:oMath>
                  </m:oMathPara>
                </a14:m>
                <a:endParaRPr lang="es-ES" dirty="0"/>
              </a:p>
              <a:p>
                <a:pPr algn="just"/>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𝑇𝑜𝑡𝑎𝑙</m:t>
                      </m:r>
                      <m:r>
                        <a:rPr lang="es-ES" b="0" i="1" smtClean="0">
                          <a:latin typeface="Cambria Math" panose="02040503050406030204" pitchFamily="18" charset="0"/>
                        </a:rPr>
                        <m:t> </m:t>
                      </m:r>
                      <m:r>
                        <a:rPr lang="es-ES" b="0" i="1" smtClean="0">
                          <a:latin typeface="Cambria Math" panose="02040503050406030204" pitchFamily="18" charset="0"/>
                        </a:rPr>
                        <m:t>𝑃𝑢𝑛𝑡𝑜𝑠</m:t>
                      </m:r>
                      <m:r>
                        <a:rPr lang="es-ES"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15</m:t>
                          </m:r>
                          <m:r>
                            <a:rPr lang="es-ES" b="0" i="1" smtClean="0">
                              <a:latin typeface="Cambria Math" panose="02040503050406030204" pitchFamily="18" charset="0"/>
                            </a:rPr>
                            <m:t>𝑥</m:t>
                          </m:r>
                          <m:r>
                            <a:rPr lang="es-ES" b="0" i="1" smtClean="0">
                              <a:latin typeface="Cambria Math" panose="02040503050406030204" pitchFamily="18" charset="0"/>
                            </a:rPr>
                            <m:t>4</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10</m:t>
                          </m:r>
                          <m:r>
                            <a:rPr lang="es-ES" b="0" i="1" smtClean="0">
                              <a:latin typeface="Cambria Math" panose="02040503050406030204" pitchFamily="18" charset="0"/>
                            </a:rPr>
                            <m:t>𝑥</m:t>
                          </m:r>
                          <m:r>
                            <a:rPr lang="es-ES" b="0" i="1" smtClean="0">
                              <a:latin typeface="Cambria Math" panose="02040503050406030204" pitchFamily="18" charset="0"/>
                            </a:rPr>
                            <m:t>5</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5</m:t>
                          </m:r>
                          <m:r>
                            <a:rPr lang="es-ES" b="0" i="1" smtClean="0">
                              <a:latin typeface="Cambria Math" panose="02040503050406030204" pitchFamily="18" charset="0"/>
                            </a:rPr>
                            <m:t>𝑥</m:t>
                          </m:r>
                          <m:r>
                            <a:rPr lang="es-ES" b="0" i="1" smtClean="0">
                              <a:latin typeface="Cambria Math" panose="02040503050406030204" pitchFamily="18" charset="0"/>
                            </a:rPr>
                            <m:t>4</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3</m:t>
                          </m:r>
                          <m:r>
                            <a:rPr lang="es-ES" b="0" i="1" smtClean="0">
                              <a:latin typeface="Cambria Math" panose="02040503050406030204" pitchFamily="18" charset="0"/>
                            </a:rPr>
                            <m:t>𝑥</m:t>
                          </m:r>
                          <m:r>
                            <a:rPr lang="es-ES" b="0" i="1" smtClean="0">
                              <a:latin typeface="Cambria Math" panose="02040503050406030204" pitchFamily="18" charset="0"/>
                            </a:rPr>
                            <m:t>10</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2</m:t>
                          </m:r>
                          <m:r>
                            <a:rPr lang="es-ES" b="0" i="1" smtClean="0">
                              <a:latin typeface="Cambria Math" panose="02040503050406030204" pitchFamily="18" charset="0"/>
                            </a:rPr>
                            <m:t>𝑥</m:t>
                          </m:r>
                          <m:r>
                            <a:rPr lang="es-ES" b="0" i="1" smtClean="0">
                              <a:latin typeface="Cambria Math" panose="02040503050406030204" pitchFamily="18" charset="0"/>
                            </a:rPr>
                            <m:t>7</m:t>
                          </m:r>
                        </m:e>
                      </m:d>
                      <m:r>
                        <a:rPr lang="es-ES" b="0" i="1" smtClean="0">
                          <a:latin typeface="Cambria Math" panose="02040503050406030204" pitchFamily="18" charset="0"/>
                        </a:rPr>
                        <m:t>=60+50+20+30+14=174</m:t>
                      </m:r>
                    </m:oMath>
                  </m:oMathPara>
                </a14:m>
                <a:endParaRPr lang="es-ES" dirty="0"/>
              </a:p>
              <a:p>
                <a:pPr algn="just"/>
                <a:r>
                  <a:rPr lang="es-ES" dirty="0"/>
                  <a:t> </a:t>
                </a:r>
              </a:p>
              <a:p>
                <a:pPr algn="just"/>
                <a:r>
                  <a:rPr lang="es-ES" b="1" dirty="0"/>
                  <a:t>Estableciendo el costo por función $200, el total sería 174x$200 = $34.800.</a:t>
                </a:r>
              </a:p>
            </p:txBody>
          </p:sp>
        </mc:Choice>
        <mc:Fallback xmlns="">
          <p:sp>
            <p:nvSpPr>
              <p:cNvPr id="5" name="CuadroTexto 4">
                <a:extLst>
                  <a:ext uri="{FF2B5EF4-FFF2-40B4-BE49-F238E27FC236}">
                    <a16:creationId xmlns:a16="http://schemas.microsoft.com/office/drawing/2014/main" id="{3CA81725-010A-E2DA-0D3B-DEF95E118F54}"/>
                  </a:ext>
                </a:extLst>
              </p:cNvPr>
              <p:cNvSpPr txBox="1">
                <a:spLocks noRot="1" noChangeAspect="1" noMove="1" noResize="1" noEditPoints="1" noAdjustHandles="1" noChangeArrowheads="1" noChangeShapeType="1" noTextEdit="1"/>
              </p:cNvSpPr>
              <p:nvPr/>
            </p:nvSpPr>
            <p:spPr>
              <a:xfrm>
                <a:off x="623392" y="2257931"/>
                <a:ext cx="11568608" cy="4364080"/>
              </a:xfrm>
              <a:prstGeom prst="rect">
                <a:avLst/>
              </a:prstGeom>
              <a:blipFill>
                <a:blip r:embed="rId3"/>
                <a:stretch>
                  <a:fillRect l="-421" t="-698" r="-474" b="-1257"/>
                </a:stretch>
              </a:blipFill>
            </p:spPr>
            <p:txBody>
              <a:bodyPr/>
              <a:lstStyle/>
              <a:p>
                <a:r>
                  <a:rPr lang="es-CO">
                    <a:noFill/>
                  </a:rPr>
                  <a:t> </a:t>
                </a:r>
              </a:p>
            </p:txBody>
          </p:sp>
        </mc:Fallback>
      </mc:AlternateContent>
    </p:spTree>
    <p:extLst>
      <p:ext uri="{BB962C8B-B14F-4D97-AF65-F5344CB8AC3E}">
        <p14:creationId xmlns:p14="http://schemas.microsoft.com/office/powerpoint/2010/main" val="7279748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3165D-C064-B6C1-E8D3-A1CF37425F62}"/>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F8EC4C09-9C11-114D-D2FB-ACC2627FFE6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DD3B1FB3-07DB-BD17-4A28-DC695D0FEEE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AC583207-77EC-6C67-AC47-F343726EE6D2}"/>
                  </a:ext>
                </a:extLst>
              </p:cNvPr>
              <p:cNvSpPr txBox="1"/>
              <p:nvPr/>
            </p:nvSpPr>
            <p:spPr>
              <a:xfrm>
                <a:off x="485932" y="1700808"/>
                <a:ext cx="11287692" cy="4739759"/>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3. Paramétrica: </a:t>
                </a:r>
              </a:p>
              <a:p>
                <a:pPr algn="just"/>
                <a:endParaRPr lang="es-ES" dirty="0"/>
              </a:p>
              <a:p>
                <a:pPr algn="just"/>
                <a:r>
                  <a:rPr lang="es-ES" dirty="0"/>
                  <a:t>Utiliza parámetros o métricas para predecir costos. Un ejemplo es calcular costos basados en líneas de código (LOC).</a:t>
                </a:r>
              </a:p>
              <a:p>
                <a:pPr algn="just"/>
                <a:endParaRPr lang="es-ES" dirty="0"/>
              </a:p>
              <a:p>
                <a:pPr algn="just"/>
                <a:r>
                  <a:rPr lang="es-ES" b="1" dirty="0"/>
                  <a:t>Ejemplo: </a:t>
                </a:r>
                <a:r>
                  <a:rPr lang="es-ES" dirty="0"/>
                  <a:t>Una compañía utiliza el parámetro "costo por línea de código (LOC)" para estimar proyectos. Si saben que el costo promedio es de $100 por LOC y el nuevo proyecto tendrá alrededor de 10.000 LOC, entonces estiman un costo de:</a:t>
                </a:r>
              </a:p>
              <a:p>
                <a:pPr algn="just"/>
                <a:endParaRPr lang="es-ES" dirty="0"/>
              </a:p>
              <a:p>
                <a:pPr algn="just"/>
                <a:endParaRPr lang="es-ES" dirty="0"/>
              </a:p>
              <a:p>
                <a:pPr algn="ctr"/>
                <a14:m>
                  <m:oMath xmlns:m="http://schemas.openxmlformats.org/officeDocument/2006/math">
                    <m:r>
                      <a:rPr lang="es-ES" b="0" i="1" smtClean="0">
                        <a:latin typeface="Cambria Math" panose="02040503050406030204" pitchFamily="18" charset="0"/>
                      </a:rPr>
                      <m:t>𝑇𝑜𝑡𝑎𝑙</m:t>
                    </m:r>
                    <m:r>
                      <a:rPr lang="es-ES" i="1" smtClean="0">
                        <a:latin typeface="Cambria Math" panose="02040503050406030204" pitchFamily="18" charset="0"/>
                      </a:rPr>
                      <m:t>=</m:t>
                    </m:r>
                  </m:oMath>
                </a14:m>
                <a:r>
                  <a:rPr lang="es-ES" dirty="0"/>
                  <a:t> </a:t>
                </a:r>
                <a14:m>
                  <m:oMath xmlns:m="http://schemas.openxmlformats.org/officeDocument/2006/math">
                    <m:r>
                      <a:rPr lang="es-ES" b="0" i="1" dirty="0" smtClean="0">
                        <a:latin typeface="Cambria Math" panose="02040503050406030204" pitchFamily="18" charset="0"/>
                      </a:rPr>
                      <m:t>𝐿𝑂𝐶</m:t>
                    </m:r>
                    <m:r>
                      <a:rPr lang="es-ES" b="0" i="1" dirty="0" smtClean="0">
                        <a:latin typeface="Cambria Math" panose="02040503050406030204" pitchFamily="18" charset="0"/>
                      </a:rPr>
                      <m:t> ∗  </m:t>
                    </m:r>
                    <m:r>
                      <a:rPr lang="es-ES" b="0" i="1" dirty="0" smtClean="0">
                        <a:latin typeface="Cambria Math" panose="02040503050406030204" pitchFamily="18" charset="0"/>
                      </a:rPr>
                      <m:t>𝐿</m:t>
                    </m:r>
                    <m:r>
                      <a:rPr lang="es-ES" b="0" i="1" dirty="0" smtClean="0">
                        <a:latin typeface="Cambria Math" panose="02040503050406030204" pitchFamily="18" charset="0"/>
                      </a:rPr>
                      <m:t>í</m:t>
                    </m:r>
                    <m:r>
                      <a:rPr lang="es-ES" b="0" i="1" dirty="0" smtClean="0">
                        <a:latin typeface="Cambria Math" panose="02040503050406030204" pitchFamily="18" charset="0"/>
                      </a:rPr>
                      <m:t>𝑛𝑒𝑎𝑠</m:t>
                    </m:r>
                    <m:r>
                      <a:rPr lang="es-ES" b="0" i="1" dirty="0" smtClean="0">
                        <a:latin typeface="Cambria Math" panose="02040503050406030204" pitchFamily="18" charset="0"/>
                      </a:rPr>
                      <m:t> </m:t>
                    </m:r>
                    <m:r>
                      <a:rPr lang="es-ES" b="0" i="1" dirty="0" smtClean="0">
                        <a:latin typeface="Cambria Math" panose="02040503050406030204" pitchFamily="18" charset="0"/>
                      </a:rPr>
                      <m:t>𝐶</m:t>
                    </m:r>
                    <m:r>
                      <a:rPr lang="es-ES" b="0" i="1" dirty="0" smtClean="0">
                        <a:latin typeface="Cambria Math" panose="02040503050406030204" pitchFamily="18" charset="0"/>
                      </a:rPr>
                      <m:t>ó</m:t>
                    </m:r>
                    <m:r>
                      <a:rPr lang="es-ES" b="0" i="1" dirty="0" smtClean="0">
                        <a:latin typeface="Cambria Math" panose="02040503050406030204" pitchFamily="18" charset="0"/>
                      </a:rPr>
                      <m:t>𝑑𝑖𝑔𝑜</m:t>
                    </m:r>
                  </m:oMath>
                </a14:m>
                <a:endParaRPr lang="es-ES" dirty="0"/>
              </a:p>
              <a:p>
                <a:pPr algn="ctr"/>
                <a14:m>
                  <m:oMath xmlns:m="http://schemas.openxmlformats.org/officeDocument/2006/math">
                    <m:r>
                      <a:rPr lang="es-ES" b="0" i="1" smtClean="0">
                        <a:latin typeface="Cambria Math" panose="02040503050406030204" pitchFamily="18" charset="0"/>
                      </a:rPr>
                      <m:t>𝑇𝑜𝑡𝑎𝑙</m:t>
                    </m:r>
                    <m:r>
                      <a:rPr lang="es-ES" i="1" smtClean="0">
                        <a:latin typeface="Cambria Math" panose="02040503050406030204" pitchFamily="18" charset="0"/>
                      </a:rPr>
                      <m:t>=</m:t>
                    </m:r>
                  </m:oMath>
                </a14:m>
                <a:r>
                  <a:rPr lang="es-ES" dirty="0"/>
                  <a:t> </a:t>
                </a:r>
                <a14:m>
                  <m:oMath xmlns:m="http://schemas.openxmlformats.org/officeDocument/2006/math">
                    <m:r>
                      <a:rPr lang="es-ES" b="0" i="1" dirty="0" smtClean="0">
                        <a:latin typeface="Cambria Math" panose="02040503050406030204" pitchFamily="18" charset="0"/>
                      </a:rPr>
                      <m:t>$100 ∗  10000=$</m:t>
                    </m:r>
                    <m:sSup>
                      <m:sSupPr>
                        <m:ctrlPr>
                          <a:rPr lang="es-ES" b="0" i="1" dirty="0" smtClean="0">
                            <a:latin typeface="Cambria Math" panose="02040503050406030204" pitchFamily="18" charset="0"/>
                          </a:rPr>
                        </m:ctrlPr>
                      </m:sSupPr>
                      <m:e>
                        <m:r>
                          <a:rPr lang="es-ES" b="0" i="1" dirty="0" smtClean="0">
                            <a:latin typeface="Cambria Math" panose="02040503050406030204" pitchFamily="18" charset="0"/>
                          </a:rPr>
                          <m:t>1</m:t>
                        </m:r>
                      </m:e>
                      <m:sup>
                        <m:r>
                          <a:rPr lang="es-ES" b="0" i="1" dirty="0" smtClean="0">
                            <a:latin typeface="Cambria Math" panose="02040503050406030204" pitchFamily="18" charset="0"/>
                          </a:rPr>
                          <m:t>′</m:t>
                        </m:r>
                      </m:sup>
                    </m:sSup>
                    <m:r>
                      <a:rPr lang="es-ES" b="0" i="1" dirty="0" smtClean="0">
                        <a:latin typeface="Cambria Math" panose="02040503050406030204" pitchFamily="18" charset="0"/>
                      </a:rPr>
                      <m:t>000.000 </m:t>
                    </m:r>
                  </m:oMath>
                </a14:m>
                <a:endParaRPr lang="es-ES" dirty="0"/>
              </a:p>
              <a:p>
                <a:pPr algn="ctr"/>
                <a:endParaRPr lang="es-ES" dirty="0"/>
              </a:p>
              <a:p>
                <a:pPr algn="just"/>
                <a:endParaRPr lang="es-ES" dirty="0"/>
              </a:p>
            </p:txBody>
          </p:sp>
        </mc:Choice>
        <mc:Fallback xmlns="">
          <p:sp>
            <p:nvSpPr>
              <p:cNvPr id="4" name="CuadroTexto 3">
                <a:extLst>
                  <a:ext uri="{FF2B5EF4-FFF2-40B4-BE49-F238E27FC236}">
                    <a16:creationId xmlns:a16="http://schemas.microsoft.com/office/drawing/2014/main" id="{AC583207-77EC-6C67-AC47-F343726EE6D2}"/>
                  </a:ext>
                </a:extLst>
              </p:cNvPr>
              <p:cNvSpPr txBox="1">
                <a:spLocks noRot="1" noChangeAspect="1" noMove="1" noResize="1" noEditPoints="1" noAdjustHandles="1" noChangeArrowheads="1" noChangeShapeType="1" noTextEdit="1"/>
              </p:cNvSpPr>
              <p:nvPr/>
            </p:nvSpPr>
            <p:spPr>
              <a:xfrm>
                <a:off x="485932" y="1700808"/>
                <a:ext cx="11287692" cy="4739759"/>
              </a:xfrm>
              <a:prstGeom prst="rect">
                <a:avLst/>
              </a:prstGeom>
              <a:blipFill>
                <a:blip r:embed="rId3"/>
                <a:stretch>
                  <a:fillRect l="-864" t="-900" r="-486"/>
                </a:stretch>
              </a:blipFill>
            </p:spPr>
            <p:txBody>
              <a:bodyPr/>
              <a:lstStyle/>
              <a:p>
                <a:r>
                  <a:rPr lang="es-CO">
                    <a:noFill/>
                  </a:rPr>
                  <a:t> </a:t>
                </a:r>
              </a:p>
            </p:txBody>
          </p:sp>
        </mc:Fallback>
      </mc:AlternateContent>
    </p:spTree>
    <p:extLst>
      <p:ext uri="{BB962C8B-B14F-4D97-AF65-F5344CB8AC3E}">
        <p14:creationId xmlns:p14="http://schemas.microsoft.com/office/powerpoint/2010/main" val="2705765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0A59D-A7B9-AD34-3EBE-149FF43CFA30}"/>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C73F03E9-2849-3D6C-70F4-91ECD0A2937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878EDE34-1ADB-356C-3CBE-A1DA80A415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038AEBA8-F245-8433-D390-3C106A082BDE}"/>
              </a:ext>
            </a:extLst>
          </p:cNvPr>
          <p:cNvSpPr txBox="1"/>
          <p:nvPr/>
        </p:nvSpPr>
        <p:spPr>
          <a:xfrm>
            <a:off x="485932" y="1700808"/>
            <a:ext cx="11287692" cy="4739759"/>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4. Delphi: </a:t>
            </a:r>
          </a:p>
          <a:p>
            <a:pPr algn="just"/>
            <a:endParaRPr lang="es-ES" dirty="0"/>
          </a:p>
          <a:p>
            <a:pPr algn="just"/>
            <a:r>
              <a:rPr lang="es-ES" dirty="0"/>
              <a:t>Es un proceso iterativo en el que varios expertos realizan estimaciones de manera independiente. Los resultados se discuten y se ajustan hasta alcanzar un consenso.</a:t>
            </a:r>
          </a:p>
          <a:p>
            <a:pPr algn="just"/>
            <a:endParaRPr lang="es-ES" dirty="0"/>
          </a:p>
          <a:p>
            <a:pPr algn="just"/>
            <a:r>
              <a:rPr lang="es-ES" b="1" dirty="0"/>
              <a:t>Ejemplo:</a:t>
            </a:r>
            <a:r>
              <a:rPr lang="es-ES" dirty="0"/>
              <a:t> Tres expertos en el equipo de desarrollo realizan estimaciones independientes para un proyecto:</a:t>
            </a:r>
          </a:p>
          <a:p>
            <a:pPr marL="285750" indent="-285750">
              <a:buFont typeface="Arial" panose="020B0604020202020204" pitchFamily="34" charset="0"/>
              <a:buChar char="•"/>
            </a:pPr>
            <a:r>
              <a:rPr lang="es-ES" b="1" dirty="0"/>
              <a:t>Experto A:</a:t>
            </a:r>
            <a:r>
              <a:rPr lang="es-ES" dirty="0"/>
              <a:t> $120.000</a:t>
            </a:r>
          </a:p>
          <a:p>
            <a:pPr marL="285750" indent="-285750">
              <a:buFont typeface="Arial" panose="020B0604020202020204" pitchFamily="34" charset="0"/>
              <a:buChar char="•"/>
            </a:pPr>
            <a:r>
              <a:rPr lang="es-ES" b="1" dirty="0"/>
              <a:t>Experto B:</a:t>
            </a:r>
            <a:r>
              <a:rPr lang="es-ES" dirty="0"/>
              <a:t> $100.000</a:t>
            </a:r>
          </a:p>
          <a:p>
            <a:pPr marL="285750" indent="-285750">
              <a:buFont typeface="Arial" panose="020B0604020202020204" pitchFamily="34" charset="0"/>
              <a:buChar char="•"/>
            </a:pPr>
            <a:r>
              <a:rPr lang="es-ES" b="1" dirty="0"/>
              <a:t>Experto C:</a:t>
            </a:r>
            <a:r>
              <a:rPr lang="es-ES" dirty="0"/>
              <a:t> $110.000</a:t>
            </a:r>
          </a:p>
          <a:p>
            <a:pPr marL="285750" indent="-285750">
              <a:buFont typeface="Arial" panose="020B0604020202020204" pitchFamily="34" charset="0"/>
              <a:buChar char="•"/>
            </a:pPr>
            <a:endParaRPr lang="es-ES" dirty="0"/>
          </a:p>
          <a:p>
            <a:pPr algn="just"/>
            <a:r>
              <a:rPr lang="es-ES" dirty="0"/>
              <a:t>Los resultados se discuten en equipo y, tras ajustar las diferencias, se calcula el promedio y se define </a:t>
            </a:r>
            <a:r>
              <a:rPr lang="es-ES" b="1" dirty="0"/>
              <a:t>$110,000</a:t>
            </a:r>
            <a:r>
              <a:rPr lang="es-ES" dirty="0"/>
              <a:t> como costo estimado.</a:t>
            </a:r>
          </a:p>
          <a:p>
            <a:pPr algn="ctr"/>
            <a:endParaRPr lang="es-ES" dirty="0"/>
          </a:p>
          <a:p>
            <a:pPr algn="just"/>
            <a:endParaRPr lang="es-ES" dirty="0"/>
          </a:p>
        </p:txBody>
      </p:sp>
    </p:spTree>
    <p:extLst>
      <p:ext uri="{BB962C8B-B14F-4D97-AF65-F5344CB8AC3E}">
        <p14:creationId xmlns:p14="http://schemas.microsoft.com/office/powerpoint/2010/main" val="802946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5095A-B682-E18D-4C34-ED316873E20B}"/>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7F2E68B2-55F3-25D4-4A3D-28D0DD5D84E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0CFBD9D-8566-829B-E89D-CD84E0B881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DEFEE9A7-8B51-E497-8247-7025D57FF7EF}"/>
              </a:ext>
            </a:extLst>
          </p:cNvPr>
          <p:cNvSpPr txBox="1"/>
          <p:nvPr/>
        </p:nvSpPr>
        <p:spPr>
          <a:xfrm>
            <a:off x="485932" y="1700808"/>
            <a:ext cx="11287692" cy="4185761"/>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5. Bottom Up: </a:t>
            </a:r>
          </a:p>
          <a:p>
            <a:pPr algn="just"/>
            <a:endParaRPr lang="es-ES" dirty="0"/>
          </a:p>
          <a:p>
            <a:pPr algn="just"/>
            <a:r>
              <a:rPr lang="es-ES" dirty="0"/>
              <a:t>Se realiza una estimación detallada de cada tarea del proyecto y luego se suman los costos para obtener una estimación total.</a:t>
            </a:r>
          </a:p>
          <a:p>
            <a:pPr algn="just"/>
            <a:endParaRPr lang="es-ES" dirty="0"/>
          </a:p>
          <a:p>
            <a:r>
              <a:rPr lang="es-ES" b="1" dirty="0"/>
              <a:t>Ejemplo:</a:t>
            </a:r>
            <a:r>
              <a:rPr lang="es-ES" dirty="0"/>
              <a:t> El proyecto se desglosa en tareas específicas con sus costos estimados:</a:t>
            </a:r>
          </a:p>
          <a:p>
            <a:pPr marL="285750" indent="-285750">
              <a:buFont typeface="Arial" panose="020B0604020202020204" pitchFamily="34" charset="0"/>
              <a:buChar char="•"/>
            </a:pPr>
            <a:r>
              <a:rPr lang="es-ES" b="1" dirty="0"/>
              <a:t>Diseño UI:</a:t>
            </a:r>
            <a:r>
              <a:rPr lang="es-ES" dirty="0"/>
              <a:t> $10.000</a:t>
            </a:r>
          </a:p>
          <a:p>
            <a:pPr marL="285750" indent="-285750">
              <a:buFont typeface="Arial" panose="020B0604020202020204" pitchFamily="34" charset="0"/>
              <a:buChar char="•"/>
            </a:pPr>
            <a:r>
              <a:rPr lang="es-ES" b="1" dirty="0"/>
              <a:t>Desarrollo </a:t>
            </a:r>
            <a:r>
              <a:rPr lang="es-ES" b="1" dirty="0" err="1"/>
              <a:t>Backend</a:t>
            </a:r>
            <a:r>
              <a:rPr lang="es-ES" b="1" dirty="0"/>
              <a:t>:</a:t>
            </a:r>
            <a:r>
              <a:rPr lang="es-ES" dirty="0"/>
              <a:t> $30.000</a:t>
            </a:r>
          </a:p>
          <a:p>
            <a:pPr marL="285750" indent="-285750">
              <a:buFont typeface="Arial" panose="020B0604020202020204" pitchFamily="34" charset="0"/>
              <a:buChar char="•"/>
            </a:pPr>
            <a:r>
              <a:rPr lang="es-ES" b="1" dirty="0"/>
              <a:t>Desarrollo </a:t>
            </a:r>
            <a:r>
              <a:rPr lang="es-ES" b="1" dirty="0" err="1"/>
              <a:t>Frontend</a:t>
            </a:r>
            <a:r>
              <a:rPr lang="es-ES" b="1" dirty="0"/>
              <a:t>:</a:t>
            </a:r>
            <a:r>
              <a:rPr lang="es-ES" dirty="0"/>
              <a:t> $25.000</a:t>
            </a:r>
          </a:p>
          <a:p>
            <a:pPr marL="285750" indent="-285750">
              <a:buFont typeface="Arial" panose="020B0604020202020204" pitchFamily="34" charset="0"/>
              <a:buChar char="•"/>
            </a:pPr>
            <a:r>
              <a:rPr lang="es-ES" b="1" dirty="0"/>
              <a:t>Pruebas:</a:t>
            </a:r>
            <a:r>
              <a:rPr lang="es-ES" dirty="0"/>
              <a:t> $15.000</a:t>
            </a:r>
          </a:p>
          <a:p>
            <a:pPr marL="285750" indent="-285750">
              <a:buFont typeface="Arial" panose="020B0604020202020204" pitchFamily="34" charset="0"/>
              <a:buChar char="•"/>
            </a:pPr>
            <a:r>
              <a:rPr lang="es-ES" b="1" dirty="0"/>
              <a:t>Implementación:</a:t>
            </a:r>
            <a:r>
              <a:rPr lang="es-ES" dirty="0"/>
              <a:t> $5.000</a:t>
            </a:r>
          </a:p>
          <a:p>
            <a:r>
              <a:rPr lang="es-ES" dirty="0"/>
              <a:t>El costo total se calcula sumando todas las tareas: </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97F427F-C632-67B1-42DE-0784A7DB54E7}"/>
                  </a:ext>
                </a:extLst>
              </p:cNvPr>
              <p:cNvSpPr txBox="1"/>
              <p:nvPr/>
            </p:nvSpPr>
            <p:spPr>
              <a:xfrm>
                <a:off x="2619875" y="6096690"/>
                <a:ext cx="70198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𝐶𝑜𝑠𝑡𝑜</m:t>
                      </m:r>
                      <m:r>
                        <a:rPr lang="es-ES" b="0" i="1" smtClean="0">
                          <a:latin typeface="Cambria Math" panose="02040503050406030204" pitchFamily="18" charset="0"/>
                        </a:rPr>
                        <m:t>=$10.000+$30.000+$25.000+$15.000+$5000=$85.000</m:t>
                      </m:r>
                    </m:oMath>
                  </m:oMathPara>
                </a14:m>
                <a:endParaRPr lang="es-CO" dirty="0"/>
              </a:p>
            </p:txBody>
          </p:sp>
        </mc:Choice>
        <mc:Fallback xmlns="">
          <p:sp>
            <p:nvSpPr>
              <p:cNvPr id="3" name="CuadroTexto 2">
                <a:extLst>
                  <a:ext uri="{FF2B5EF4-FFF2-40B4-BE49-F238E27FC236}">
                    <a16:creationId xmlns:a16="http://schemas.microsoft.com/office/drawing/2014/main" id="{697F427F-C632-67B1-42DE-0784A7DB54E7}"/>
                  </a:ext>
                </a:extLst>
              </p:cNvPr>
              <p:cNvSpPr txBox="1">
                <a:spLocks noRot="1" noChangeAspect="1" noMove="1" noResize="1" noEditPoints="1" noAdjustHandles="1" noChangeArrowheads="1" noChangeShapeType="1" noTextEdit="1"/>
              </p:cNvSpPr>
              <p:nvPr/>
            </p:nvSpPr>
            <p:spPr>
              <a:xfrm>
                <a:off x="2619875" y="6096690"/>
                <a:ext cx="7019806" cy="276999"/>
              </a:xfrm>
              <a:prstGeom prst="rect">
                <a:avLst/>
              </a:prstGeom>
              <a:blipFill>
                <a:blip r:embed="rId3"/>
                <a:stretch>
                  <a:fillRect l="-261" t="-2174" r="-348" b="-17391"/>
                </a:stretch>
              </a:blipFill>
            </p:spPr>
            <p:txBody>
              <a:bodyPr/>
              <a:lstStyle/>
              <a:p>
                <a:r>
                  <a:rPr lang="es-CO">
                    <a:noFill/>
                  </a:rPr>
                  <a:t> </a:t>
                </a:r>
              </a:p>
            </p:txBody>
          </p:sp>
        </mc:Fallback>
      </mc:AlternateContent>
    </p:spTree>
    <p:extLst>
      <p:ext uri="{BB962C8B-B14F-4D97-AF65-F5344CB8AC3E}">
        <p14:creationId xmlns:p14="http://schemas.microsoft.com/office/powerpoint/2010/main" val="1666994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25511-865D-C3B8-D111-85CDF4EF343F}"/>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486F7B27-7408-6EEC-6E83-28216D0BFA33}"/>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68FDF12A-5859-80F9-90B7-014187F22DF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5C2D7B38-AC22-BEF1-F675-016685DF4E1B}"/>
              </a:ext>
            </a:extLst>
          </p:cNvPr>
          <p:cNvSpPr txBox="1"/>
          <p:nvPr/>
        </p:nvSpPr>
        <p:spPr>
          <a:xfrm>
            <a:off x="485932" y="1700808"/>
            <a:ext cx="11287692" cy="4185761"/>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6. Top-Down: </a:t>
            </a:r>
          </a:p>
          <a:p>
            <a:pPr algn="just"/>
            <a:endParaRPr lang="es-ES" dirty="0"/>
          </a:p>
          <a:p>
            <a:pPr algn="just"/>
            <a:r>
              <a:rPr lang="es-ES" dirty="0"/>
              <a:t>Se realiza una estimación global basada en una visión general del proyecto, y luego se distribuye el presupuesto entre las distintas fases o componentes.</a:t>
            </a:r>
          </a:p>
          <a:p>
            <a:pPr algn="just"/>
            <a:endParaRPr lang="es-ES" dirty="0"/>
          </a:p>
          <a:p>
            <a:pPr algn="just"/>
            <a:r>
              <a:rPr lang="es-ES" b="1" dirty="0"/>
              <a:t>Ejemplo: </a:t>
            </a:r>
            <a:r>
              <a:rPr lang="es-ES" dirty="0"/>
              <a:t>Basándose en presupuestos previos, se asigna un costo global de $100,000 para el proyecto. Luego se distribuye este presupuesto entre diferentes fases:</a:t>
            </a:r>
          </a:p>
          <a:p>
            <a:pPr algn="just"/>
            <a:endParaRPr lang="es-ES" dirty="0"/>
          </a:p>
          <a:p>
            <a:pPr algn="just"/>
            <a:r>
              <a:rPr lang="es-ES" dirty="0"/>
              <a:t>Planificación: 10% → $10.000</a:t>
            </a:r>
          </a:p>
          <a:p>
            <a:pPr algn="just"/>
            <a:r>
              <a:rPr lang="es-ES" dirty="0"/>
              <a:t>Desarrollo: 60% → $60.000</a:t>
            </a:r>
          </a:p>
          <a:p>
            <a:pPr algn="just"/>
            <a:r>
              <a:rPr lang="es-ES" dirty="0"/>
              <a:t>Pruebas: 20% → $20.000</a:t>
            </a:r>
          </a:p>
          <a:p>
            <a:pPr algn="just"/>
            <a:r>
              <a:rPr lang="es-ES" dirty="0"/>
              <a:t>Implementación: 10% → $10.000</a:t>
            </a:r>
          </a:p>
        </p:txBody>
      </p:sp>
    </p:spTree>
    <p:extLst>
      <p:ext uri="{BB962C8B-B14F-4D97-AF65-F5344CB8AC3E}">
        <p14:creationId xmlns:p14="http://schemas.microsoft.com/office/powerpoint/2010/main" val="22503164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1D98-EACE-9897-4911-EC00CA860E71}"/>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C972B75A-C8C6-75A0-1E06-3DC98EB2FB39}"/>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9AECC917-257D-5479-B745-46775ECF725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865F3716-CB6D-4B35-4458-495CC2054C50}"/>
              </a:ext>
            </a:extLst>
          </p:cNvPr>
          <p:cNvSpPr txBox="1"/>
          <p:nvPr/>
        </p:nvSpPr>
        <p:spPr>
          <a:xfrm>
            <a:off x="485932" y="1490553"/>
            <a:ext cx="11287692" cy="3631763"/>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7. COCOMO (</a:t>
            </a:r>
            <a:r>
              <a:rPr lang="es-CO" sz="2000" b="1" dirty="0" err="1"/>
              <a:t>COnstructive</a:t>
            </a:r>
            <a:r>
              <a:rPr lang="es-CO" sz="2000" b="1" dirty="0"/>
              <a:t> </a:t>
            </a:r>
            <a:r>
              <a:rPr lang="es-CO" sz="2000" b="1" dirty="0" err="1"/>
              <a:t>COst</a:t>
            </a:r>
            <a:r>
              <a:rPr lang="es-CO" sz="2000" b="1" dirty="0"/>
              <a:t> </a:t>
            </a:r>
            <a:r>
              <a:rPr lang="es-CO" sz="2000" b="1" dirty="0" err="1"/>
              <a:t>MOdel</a:t>
            </a:r>
            <a:r>
              <a:rPr lang="es-CO" sz="2000" b="1" dirty="0"/>
              <a:t>) </a:t>
            </a:r>
            <a:endParaRPr lang="es-ES" dirty="0"/>
          </a:p>
          <a:p>
            <a:pPr algn="just"/>
            <a:r>
              <a:rPr lang="es-ES" dirty="0"/>
              <a:t>COCOMO es un </a:t>
            </a:r>
            <a:r>
              <a:rPr lang="es-ES" dirty="0" err="1"/>
              <a:t>mdelo</a:t>
            </a:r>
            <a:r>
              <a:rPr lang="es-ES" dirty="0"/>
              <a:t> empírico que estima el esfuerzo (en persona-meses) y el costo de un proyecto de software en función de su tamaño (medido en líneas de código, LOC) y la complejidad del proyecto. Se basa en tres niveles de modelo:</a:t>
            </a:r>
          </a:p>
          <a:p>
            <a:pPr algn="just"/>
            <a:endParaRPr lang="es-ES" dirty="0"/>
          </a:p>
          <a:p>
            <a:pPr marL="342900" indent="-342900" algn="just">
              <a:buFont typeface="+mj-lt"/>
              <a:buAutoNum type="arabicPeriod"/>
            </a:pPr>
            <a:r>
              <a:rPr lang="es-ES" b="1" dirty="0"/>
              <a:t>Modelo Básico</a:t>
            </a:r>
            <a:r>
              <a:rPr lang="es-ES" dirty="0"/>
              <a:t>: Estimación inicial basada solo en el tamaño del proyecto.</a:t>
            </a:r>
          </a:p>
          <a:p>
            <a:pPr marL="342900" indent="-342900" algn="just">
              <a:buFont typeface="+mj-lt"/>
              <a:buAutoNum type="arabicPeriod"/>
            </a:pPr>
            <a:r>
              <a:rPr lang="es-ES" b="1" dirty="0"/>
              <a:t>Modelo Intermedio</a:t>
            </a:r>
            <a:r>
              <a:rPr lang="es-ES" dirty="0"/>
              <a:t>: Considera factores de costos adicionales.</a:t>
            </a:r>
          </a:p>
          <a:p>
            <a:pPr marL="342900" indent="-342900" algn="just">
              <a:buFont typeface="+mj-lt"/>
              <a:buAutoNum type="arabicPeriod"/>
            </a:pPr>
            <a:r>
              <a:rPr lang="es-ES" b="1" dirty="0"/>
              <a:t>Modelo Detallado</a:t>
            </a:r>
            <a:r>
              <a:rPr lang="es-ES" dirty="0"/>
              <a:t>: Más preciso, considerando más detalles de características del proyecto.</a:t>
            </a:r>
          </a:p>
          <a:p>
            <a:pPr marL="342900" indent="-342900" algn="just">
              <a:buFont typeface="+mj-lt"/>
              <a:buAutoNum type="arabicPeriod"/>
            </a:pPr>
            <a:endParaRPr lang="es-ES" dirty="0"/>
          </a:p>
          <a:p>
            <a:pPr algn="just"/>
            <a:endParaRPr lang="es-ES" dirty="0"/>
          </a:p>
        </p:txBody>
      </p:sp>
      <p:graphicFrame>
        <p:nvGraphicFramePr>
          <p:cNvPr id="3" name="Tabla 2">
            <a:extLst>
              <a:ext uri="{FF2B5EF4-FFF2-40B4-BE49-F238E27FC236}">
                <a16:creationId xmlns:a16="http://schemas.microsoft.com/office/drawing/2014/main" id="{E488330C-C2DA-01F2-3450-B0C7651B6F68}"/>
              </a:ext>
            </a:extLst>
          </p:cNvPr>
          <p:cNvGraphicFramePr>
            <a:graphicFrameLocks noGrp="1"/>
          </p:cNvGraphicFramePr>
          <p:nvPr>
            <p:extLst>
              <p:ext uri="{D42A27DB-BD31-4B8C-83A1-F6EECF244321}">
                <p14:modId xmlns:p14="http://schemas.microsoft.com/office/powerpoint/2010/main" val="2465293680"/>
              </p:ext>
            </p:extLst>
          </p:nvPr>
        </p:nvGraphicFramePr>
        <p:xfrm>
          <a:off x="1186680" y="4563968"/>
          <a:ext cx="9513839" cy="2194560"/>
        </p:xfrm>
        <a:graphic>
          <a:graphicData uri="http://schemas.openxmlformats.org/drawingml/2006/table">
            <a:tbl>
              <a:tblPr firstRow="1" bandRow="1">
                <a:tableStyleId>{00A15C55-8517-42AA-B614-E9B94910E393}</a:tableStyleId>
              </a:tblPr>
              <a:tblGrid>
                <a:gridCol w="1623306">
                  <a:extLst>
                    <a:ext uri="{9D8B030D-6E8A-4147-A177-3AD203B41FA5}">
                      <a16:colId xmlns:a16="http://schemas.microsoft.com/office/drawing/2014/main" val="1178273131"/>
                    </a:ext>
                  </a:extLst>
                </a:gridCol>
                <a:gridCol w="6306357">
                  <a:extLst>
                    <a:ext uri="{9D8B030D-6E8A-4147-A177-3AD203B41FA5}">
                      <a16:colId xmlns:a16="http://schemas.microsoft.com/office/drawing/2014/main" val="1938418035"/>
                    </a:ext>
                  </a:extLst>
                </a:gridCol>
                <a:gridCol w="720080">
                  <a:extLst>
                    <a:ext uri="{9D8B030D-6E8A-4147-A177-3AD203B41FA5}">
                      <a16:colId xmlns:a16="http://schemas.microsoft.com/office/drawing/2014/main" val="3023663099"/>
                    </a:ext>
                  </a:extLst>
                </a:gridCol>
                <a:gridCol w="864096">
                  <a:extLst>
                    <a:ext uri="{9D8B030D-6E8A-4147-A177-3AD203B41FA5}">
                      <a16:colId xmlns:a16="http://schemas.microsoft.com/office/drawing/2014/main" val="1532064157"/>
                    </a:ext>
                  </a:extLst>
                </a:gridCol>
              </a:tblGrid>
              <a:tr h="370840">
                <a:tc>
                  <a:txBody>
                    <a:bodyPr/>
                    <a:lstStyle/>
                    <a:p>
                      <a:pPr algn="ctr"/>
                      <a:r>
                        <a:rPr lang="es-ES" sz="1500" b="1" dirty="0">
                          <a:latin typeface="Arial" panose="020B0604020202020204" pitchFamily="34" charset="0"/>
                          <a:cs typeface="Arial" panose="020B0604020202020204" pitchFamily="34" charset="0"/>
                        </a:rPr>
                        <a:t>Categoría</a:t>
                      </a:r>
                      <a:endParaRPr lang="es-CO" sz="1500" b="1"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Descripción</a:t>
                      </a:r>
                      <a:endParaRPr lang="es-CO" sz="1500" dirty="0">
                        <a:latin typeface="Arial" panose="020B0604020202020204" pitchFamily="34" charset="0"/>
                        <a:cs typeface="Arial" panose="020B0604020202020204" pitchFamily="34" charset="0"/>
                      </a:endParaRPr>
                    </a:p>
                  </a:txBody>
                  <a:tcPr/>
                </a:tc>
                <a:tc>
                  <a:txBody>
                    <a:bodyPr/>
                    <a:lstStyle/>
                    <a:p>
                      <a:pPr algn="ctr"/>
                      <a:r>
                        <a:rPr lang="es-CO" sz="1500" b="1" dirty="0">
                          <a:latin typeface="Arial" panose="020B0604020202020204" pitchFamily="34" charset="0"/>
                          <a:cs typeface="Arial" panose="020B0604020202020204" pitchFamily="34" charset="0"/>
                        </a:rPr>
                        <a:t>Valor de a</a:t>
                      </a:r>
                      <a:endParaRPr lang="es-CO" sz="1500" dirty="0">
                        <a:latin typeface="Arial" panose="020B0604020202020204" pitchFamily="34" charset="0"/>
                        <a:cs typeface="Arial" panose="020B0604020202020204" pitchFamily="34" charset="0"/>
                      </a:endParaRPr>
                    </a:p>
                  </a:txBody>
                  <a:tcPr anchor="ctr"/>
                </a:tc>
                <a:tc>
                  <a:txBody>
                    <a:bodyPr/>
                    <a:lstStyle/>
                    <a:p>
                      <a:pPr algn="ctr"/>
                      <a:r>
                        <a:rPr lang="es-CO" sz="1500" b="1" dirty="0">
                          <a:latin typeface="Arial" panose="020B0604020202020204" pitchFamily="34" charset="0"/>
                          <a:cs typeface="Arial" panose="020B0604020202020204" pitchFamily="34" charset="0"/>
                        </a:rPr>
                        <a:t>Valor de b</a:t>
                      </a:r>
                      <a:endParaRPr lang="es-CO" sz="15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175257790"/>
                  </a:ext>
                </a:extLst>
              </a:tr>
              <a:tr h="370840">
                <a:tc>
                  <a:txBody>
                    <a:bodyPr/>
                    <a:lstStyle/>
                    <a:p>
                      <a:pPr algn="ctr"/>
                      <a:r>
                        <a:rPr lang="es-ES" sz="1500" dirty="0">
                          <a:latin typeface="Arial" panose="020B0604020202020204" pitchFamily="34" charset="0"/>
                          <a:cs typeface="Arial" panose="020B0604020202020204" pitchFamily="34" charset="0"/>
                        </a:rPr>
                        <a:t>Orgánico</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Proyectos pequeños, bien definidos, con pocos cambios y un equipo experimentado.</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2.4</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1.05</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00703890"/>
                  </a:ext>
                </a:extLst>
              </a:tr>
              <a:tr h="370840">
                <a:tc>
                  <a:txBody>
                    <a:bodyPr/>
                    <a:lstStyle/>
                    <a:p>
                      <a:pPr algn="ctr"/>
                      <a:r>
                        <a:rPr lang="es-CO" sz="1500" dirty="0">
                          <a:latin typeface="Arial" panose="020B0604020202020204" pitchFamily="34" charset="0"/>
                          <a:cs typeface="Arial" panose="020B0604020202020204" pitchFamily="34" charset="0"/>
                        </a:rPr>
                        <a:t>Semidetallado</a:t>
                      </a:r>
                    </a:p>
                  </a:txBody>
                  <a:tcPr/>
                </a:tc>
                <a:tc>
                  <a:txBody>
                    <a:bodyPr/>
                    <a:lstStyle/>
                    <a:p>
                      <a:pPr algn="ctr"/>
                      <a:r>
                        <a:rPr lang="es-ES" sz="1500" dirty="0">
                          <a:latin typeface="Arial" panose="020B0604020202020204" pitchFamily="34" charset="0"/>
                          <a:cs typeface="Arial" panose="020B0604020202020204" pitchFamily="34" charset="0"/>
                        </a:rPr>
                        <a:t>Proyectos de tamaño intermedio con algunos cambios de requisitos o poco claros.</a:t>
                      </a:r>
                    </a:p>
                  </a:txBody>
                  <a:tcPr anchor="ctr"/>
                </a:tc>
                <a:tc>
                  <a:txBody>
                    <a:bodyPr/>
                    <a:lstStyle/>
                    <a:p>
                      <a:pPr algn="ctr"/>
                      <a:r>
                        <a:rPr lang="es-ES" sz="1500" dirty="0">
                          <a:latin typeface="Arial" panose="020B0604020202020204" pitchFamily="34" charset="0"/>
                          <a:cs typeface="Arial" panose="020B0604020202020204" pitchFamily="34" charset="0"/>
                        </a:rPr>
                        <a:t>3.0</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1.12</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8274710"/>
                  </a:ext>
                </a:extLst>
              </a:tr>
              <a:tr h="370840">
                <a:tc>
                  <a:txBody>
                    <a:bodyPr/>
                    <a:lstStyle/>
                    <a:p>
                      <a:pPr algn="ctr"/>
                      <a:r>
                        <a:rPr lang="es-CO" sz="1500" b="0" dirty="0">
                          <a:latin typeface="Arial" panose="020B0604020202020204" pitchFamily="34" charset="0"/>
                          <a:cs typeface="Arial" panose="020B0604020202020204" pitchFamily="34" charset="0"/>
                        </a:rPr>
                        <a:t>Embebido</a:t>
                      </a:r>
                    </a:p>
                  </a:txBody>
                  <a:tcPr anchor="ctr"/>
                </a:tc>
                <a:tc>
                  <a:txBody>
                    <a:bodyPr/>
                    <a:lstStyle/>
                    <a:p>
                      <a:pPr algn="ctr"/>
                      <a:r>
                        <a:rPr lang="es-ES" sz="1500" dirty="0">
                          <a:latin typeface="Arial" panose="020B0604020202020204" pitchFamily="34" charset="0"/>
                          <a:cs typeface="Arial" panose="020B0604020202020204" pitchFamily="34" charset="0"/>
                        </a:rPr>
                        <a:t>Proyectos grandes y complejos, con requisitos poco claros, múltiples interfaces, y restricciones técnicas.</a:t>
                      </a:r>
                    </a:p>
                  </a:txBody>
                  <a:tcPr anchor="ctr"/>
                </a:tc>
                <a:tc>
                  <a:txBody>
                    <a:bodyPr/>
                    <a:lstStyle/>
                    <a:p>
                      <a:pPr algn="ctr"/>
                      <a:r>
                        <a:rPr lang="es-ES" sz="1500" dirty="0">
                          <a:latin typeface="Arial" panose="020B0604020202020204" pitchFamily="34" charset="0"/>
                          <a:cs typeface="Arial" panose="020B0604020202020204" pitchFamily="34" charset="0"/>
                        </a:rPr>
                        <a:t>3.6</a:t>
                      </a:r>
                      <a:endParaRPr lang="es-CO" sz="1500" dirty="0">
                        <a:latin typeface="Arial" panose="020B0604020202020204" pitchFamily="34" charset="0"/>
                        <a:cs typeface="Arial" panose="020B0604020202020204" pitchFamily="34" charset="0"/>
                      </a:endParaRPr>
                    </a:p>
                  </a:txBody>
                  <a:tcPr/>
                </a:tc>
                <a:tc>
                  <a:txBody>
                    <a:bodyPr/>
                    <a:lstStyle/>
                    <a:p>
                      <a:pPr algn="ctr"/>
                      <a:r>
                        <a:rPr lang="es-ES" sz="1500" dirty="0">
                          <a:latin typeface="Arial" panose="020B0604020202020204" pitchFamily="34" charset="0"/>
                          <a:cs typeface="Arial" panose="020B0604020202020204" pitchFamily="34" charset="0"/>
                        </a:rPr>
                        <a:t>1.2</a:t>
                      </a:r>
                      <a:endParaRPr lang="es-CO" sz="15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5637805"/>
                  </a:ext>
                </a:extLst>
              </a:tr>
            </a:tbl>
          </a:graphicData>
        </a:graphic>
      </p:graphicFrame>
    </p:spTree>
    <p:extLst>
      <p:ext uri="{BB962C8B-B14F-4D97-AF65-F5344CB8AC3E}">
        <p14:creationId xmlns:p14="http://schemas.microsoft.com/office/powerpoint/2010/main" val="35199638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3BE1-7D5B-FDD4-C4F2-2EF7F8F97A97}"/>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D49C40D6-2F24-75BA-8EB9-B2B25FE9C878}"/>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54C410A-970A-E19D-931A-6B60C81B289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097E207F-C6AE-2221-5654-5CBA018C2037}"/>
              </a:ext>
            </a:extLst>
          </p:cNvPr>
          <p:cNvSpPr txBox="1"/>
          <p:nvPr/>
        </p:nvSpPr>
        <p:spPr>
          <a:xfrm>
            <a:off x="485932" y="1490553"/>
            <a:ext cx="11287692" cy="4924425"/>
          </a:xfrm>
          <a:prstGeom prst="rect">
            <a:avLst/>
          </a:prstGeom>
          <a:noFill/>
        </p:spPr>
        <p:txBody>
          <a:bodyPr wrap="square">
            <a:spAutoFit/>
          </a:bodyPr>
          <a:lstStyle/>
          <a:p>
            <a:pPr algn="just"/>
            <a:r>
              <a:rPr lang="es-ES" sz="2400" b="1" dirty="0"/>
              <a:t>Estimaciones (costos):</a:t>
            </a:r>
          </a:p>
          <a:p>
            <a:pPr algn="just"/>
            <a:r>
              <a:rPr lang="es-CO" sz="2000" b="1" dirty="0"/>
              <a:t>7. COCOMO (</a:t>
            </a:r>
            <a:r>
              <a:rPr lang="es-CO" sz="2000" b="1" dirty="0" err="1"/>
              <a:t>COnstructive</a:t>
            </a:r>
            <a:r>
              <a:rPr lang="es-CO" sz="2000" b="1" dirty="0"/>
              <a:t> </a:t>
            </a:r>
            <a:r>
              <a:rPr lang="es-CO" sz="2000" b="1" dirty="0" err="1"/>
              <a:t>COst</a:t>
            </a:r>
            <a:r>
              <a:rPr lang="es-CO" sz="2000" b="1" dirty="0"/>
              <a:t> </a:t>
            </a:r>
            <a:r>
              <a:rPr lang="es-CO" sz="2000" b="1" dirty="0" err="1"/>
              <a:t>MOdel</a:t>
            </a:r>
            <a:r>
              <a:rPr lang="es-CO" sz="2000" b="1" dirty="0"/>
              <a:t>) </a:t>
            </a:r>
            <a:endParaRPr lang="es-ES" dirty="0"/>
          </a:p>
          <a:p>
            <a:pPr algn="just"/>
            <a:endParaRPr lang="es-ES" dirty="0"/>
          </a:p>
          <a:p>
            <a:pPr algn="just"/>
            <a:r>
              <a:rPr lang="es-ES" dirty="0"/>
              <a:t>Fórmula para estimar E, donde:</a:t>
            </a:r>
          </a:p>
          <a:p>
            <a:pPr algn="just"/>
            <a:endParaRPr lang="es-ES" dirty="0"/>
          </a:p>
          <a:p>
            <a:pPr marL="285750" indent="-285750" algn="just">
              <a:buFont typeface="Arial" panose="020B0604020202020204" pitchFamily="34" charset="0"/>
              <a:buChar char="•"/>
            </a:pPr>
            <a:r>
              <a:rPr lang="es-ES" b="1" i="1" dirty="0"/>
              <a:t>E</a:t>
            </a:r>
            <a:r>
              <a:rPr lang="es-ES" dirty="0"/>
              <a:t> = (esfuerzo estimado por persona por mes).</a:t>
            </a:r>
          </a:p>
          <a:p>
            <a:pPr marL="285750" indent="-285750" algn="just">
              <a:buFont typeface="Arial" panose="020B0604020202020204" pitchFamily="34" charset="0"/>
              <a:buChar char="•"/>
            </a:pPr>
            <a:r>
              <a:rPr lang="es-ES" b="1" i="1" dirty="0"/>
              <a:t>KLOC</a:t>
            </a:r>
            <a:r>
              <a:rPr lang="es-ES" dirty="0"/>
              <a:t> = es el tamaño del software en </a:t>
            </a:r>
            <a:r>
              <a:rPr lang="es-ES" b="1" dirty="0"/>
              <a:t>miles</a:t>
            </a:r>
            <a:r>
              <a:rPr lang="es-ES" dirty="0"/>
              <a:t> de líneas de código (Kilo </a:t>
            </a:r>
            <a:r>
              <a:rPr lang="es-ES" dirty="0" err="1"/>
              <a:t>Lines</a:t>
            </a:r>
            <a:r>
              <a:rPr lang="es-ES" dirty="0"/>
              <a:t> </a:t>
            </a:r>
            <a:r>
              <a:rPr lang="es-ES" dirty="0" err="1"/>
              <a:t>of</a:t>
            </a:r>
            <a:r>
              <a:rPr lang="es-ES" dirty="0"/>
              <a:t> </a:t>
            </a:r>
            <a:r>
              <a:rPr lang="es-ES" dirty="0" err="1"/>
              <a:t>Code</a:t>
            </a:r>
            <a:r>
              <a:rPr lang="es-ES" dirty="0"/>
              <a:t>).</a:t>
            </a:r>
          </a:p>
          <a:p>
            <a:pPr marL="285750" indent="-285750" algn="just">
              <a:buFont typeface="Arial" panose="020B0604020202020204" pitchFamily="34" charset="0"/>
              <a:buChar char="•"/>
            </a:pPr>
            <a:r>
              <a:rPr lang="es-ES" b="1" i="1" dirty="0"/>
              <a:t>a</a:t>
            </a:r>
            <a:r>
              <a:rPr lang="es-ES" dirty="0"/>
              <a:t> y </a:t>
            </a:r>
            <a:r>
              <a:rPr lang="es-ES" b="1" i="1" dirty="0"/>
              <a:t>b</a:t>
            </a:r>
            <a:r>
              <a:rPr lang="es-ES" dirty="0"/>
              <a:t> varían según la categoría del proyecto.</a:t>
            </a:r>
          </a:p>
          <a:p>
            <a:pPr marL="285750" indent="-285750" algn="just">
              <a:buFont typeface="Arial" panose="020B0604020202020204" pitchFamily="34" charset="0"/>
              <a:buChar char="•"/>
            </a:pPr>
            <a:endParaRPr lang="es-ES" b="1" dirty="0"/>
          </a:p>
          <a:p>
            <a:pPr algn="just"/>
            <a:r>
              <a:rPr lang="es-ES" b="1" dirty="0"/>
              <a:t>Ejemplo: </a:t>
            </a:r>
          </a:p>
          <a:p>
            <a:pPr algn="just"/>
            <a:endParaRPr lang="es-ES" dirty="0"/>
          </a:p>
          <a:p>
            <a:pPr algn="just"/>
            <a:r>
              <a:rPr lang="es-ES" b="1" dirty="0"/>
              <a:t>Paso 1: </a:t>
            </a:r>
            <a:r>
              <a:rPr lang="es-ES" dirty="0"/>
              <a:t>Establecer parámetros.</a:t>
            </a:r>
          </a:p>
          <a:p>
            <a:pPr algn="just"/>
            <a:r>
              <a:rPr lang="es-ES" dirty="0"/>
              <a:t>Suponga un proyecto que aproximadamente tomará 10.000 líneas de código, semidetallado.</a:t>
            </a:r>
          </a:p>
          <a:p>
            <a:pPr algn="just"/>
            <a:endParaRPr lang="es-ES" dirty="0"/>
          </a:p>
          <a:p>
            <a:pPr algn="ctr"/>
            <a:r>
              <a:rPr lang="es-ES" b="1" i="1" dirty="0"/>
              <a:t>a = 3.0</a:t>
            </a:r>
          </a:p>
          <a:p>
            <a:pPr algn="ctr"/>
            <a:r>
              <a:rPr lang="es-ES" b="1" i="1" dirty="0"/>
              <a:t>b = 1.12</a:t>
            </a:r>
          </a:p>
          <a:p>
            <a:pPr algn="ctr"/>
            <a:r>
              <a:rPr lang="es-ES" b="1" i="1" dirty="0"/>
              <a:t>KLOC = 10.000/1000 = 10</a:t>
            </a:r>
          </a:p>
        </p:txBody>
      </p:sp>
    </p:spTree>
    <p:extLst>
      <p:ext uri="{BB962C8B-B14F-4D97-AF65-F5344CB8AC3E}">
        <p14:creationId xmlns:p14="http://schemas.microsoft.com/office/powerpoint/2010/main" val="398500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73A8-6ECD-860E-AC0C-7434E95F97F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B497D9B3-96A6-C97B-E7E4-D9B091B4656B}"/>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323B6E7F-C682-971C-BA1F-B95F36E8C85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E8F8CC4-DBB1-2DC2-DB60-BC6D442CE984}"/>
                  </a:ext>
                </a:extLst>
              </p:cNvPr>
              <p:cNvSpPr txBox="1"/>
              <p:nvPr/>
            </p:nvSpPr>
            <p:spPr>
              <a:xfrm>
                <a:off x="485932" y="1490553"/>
                <a:ext cx="11287692" cy="5545492"/>
              </a:xfrm>
              <a:prstGeom prst="rect">
                <a:avLst/>
              </a:prstGeom>
              <a:noFill/>
            </p:spPr>
            <p:txBody>
              <a:bodyPr wrap="square">
                <a:spAutoFit/>
              </a:bodyPr>
              <a:lstStyle/>
              <a:p>
                <a:pPr algn="just"/>
                <a:r>
                  <a:rPr lang="es-ES" sz="2400" b="1" dirty="0"/>
                  <a:t>Estimaciones (costos):</a:t>
                </a:r>
              </a:p>
              <a:p>
                <a:pPr algn="just"/>
                <a:endParaRPr lang="es-ES" sz="2400" b="1" dirty="0"/>
              </a:p>
              <a:p>
                <a:pPr algn="just"/>
                <a:r>
                  <a:rPr lang="es-CO" sz="2000" b="1" dirty="0"/>
                  <a:t>7. COCOMO (</a:t>
                </a:r>
                <a:r>
                  <a:rPr lang="es-CO" sz="2000" b="1" dirty="0" err="1"/>
                  <a:t>COnstructive</a:t>
                </a:r>
                <a:r>
                  <a:rPr lang="es-CO" sz="2000" b="1" dirty="0"/>
                  <a:t> </a:t>
                </a:r>
                <a:r>
                  <a:rPr lang="es-CO" sz="2000" b="1" dirty="0" err="1"/>
                  <a:t>COst</a:t>
                </a:r>
                <a:r>
                  <a:rPr lang="es-CO" sz="2000" b="1" dirty="0"/>
                  <a:t> </a:t>
                </a:r>
                <a:r>
                  <a:rPr lang="es-CO" sz="2000" b="1" dirty="0" err="1"/>
                  <a:t>MOdel</a:t>
                </a:r>
                <a:r>
                  <a:rPr lang="es-CO" sz="2000" b="1" dirty="0"/>
                  <a:t>) </a:t>
                </a:r>
              </a:p>
              <a:p>
                <a:pPr algn="just"/>
                <a:endParaRPr lang="es-CO" sz="2000" b="1" dirty="0"/>
              </a:p>
              <a:p>
                <a:pPr algn="just"/>
                <a:r>
                  <a:rPr lang="es-CO" b="1" dirty="0"/>
                  <a:t>Paso 2: </a:t>
                </a:r>
                <a:r>
                  <a:rPr lang="es-CO" dirty="0"/>
                  <a:t>aplicar fórmula</a:t>
                </a:r>
                <a:endParaRPr lang="es-ES" dirty="0"/>
              </a:p>
              <a:p>
                <a:pPr algn="just"/>
                <a:endParaRPr lang="es-ES" dirty="0"/>
              </a:p>
              <a:p>
                <a:pPr algn="just"/>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𝐸</m:t>
                      </m:r>
                      <m:r>
                        <a:rPr lang="es-ES" sz="2000" b="0" i="1" smtClean="0">
                          <a:latin typeface="Cambria Math" panose="02040503050406030204" pitchFamily="18" charset="0"/>
                        </a:rPr>
                        <m:t>=</m:t>
                      </m:r>
                      <m:r>
                        <a:rPr lang="es-ES" sz="2000" b="0" i="1" smtClean="0">
                          <a:latin typeface="Cambria Math" panose="02040503050406030204" pitchFamily="18" charset="0"/>
                        </a:rPr>
                        <m:t>𝑎</m:t>
                      </m:r>
                      <m:r>
                        <a:rPr lang="es-ES" sz="2000" b="0" i="1" smtClean="0">
                          <a:latin typeface="Cambria Math" panose="02040503050406030204" pitchFamily="18" charset="0"/>
                        </a:rPr>
                        <m:t> ∗</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𝐾𝐿𝑂𝐶</m:t>
                              </m:r>
                            </m:e>
                          </m:d>
                        </m:e>
                        <m:sup>
                          <m:r>
                            <a:rPr lang="es-ES" sz="2000" b="0" i="1" smtClean="0">
                              <a:latin typeface="Cambria Math" panose="02040503050406030204" pitchFamily="18" charset="0"/>
                            </a:rPr>
                            <m:t>𝑏</m:t>
                          </m:r>
                        </m:sup>
                      </m:sSup>
                    </m:oMath>
                  </m:oMathPara>
                </a14:m>
                <a:endParaRPr lang="es-ES" sz="2000" dirty="0"/>
              </a:p>
              <a:p>
                <a:pPr algn="just"/>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𝐸</m:t>
                      </m:r>
                      <m:r>
                        <a:rPr lang="es-ES" sz="2000" b="0" i="1" smtClean="0">
                          <a:latin typeface="Cambria Math" panose="02040503050406030204" pitchFamily="18" charset="0"/>
                        </a:rPr>
                        <m:t>=3.0 ∗</m:t>
                      </m:r>
                      <m:sSup>
                        <m:sSupPr>
                          <m:ctrlPr>
                            <a:rPr lang="es-ES" sz="2000" b="0" i="1" smtClean="0">
                              <a:latin typeface="Cambria Math" panose="02040503050406030204" pitchFamily="18" charset="0"/>
                            </a:rPr>
                          </m:ctrlPr>
                        </m:sSupPr>
                        <m:e>
                          <m:d>
                            <m:dPr>
                              <m:ctrlPr>
                                <a:rPr lang="es-ES" sz="2000" b="0" i="1" smtClean="0">
                                  <a:latin typeface="Cambria Math" panose="02040503050406030204" pitchFamily="18" charset="0"/>
                                </a:rPr>
                              </m:ctrlPr>
                            </m:dPr>
                            <m:e>
                              <m:r>
                                <a:rPr lang="es-ES" sz="2000" b="0" i="1" smtClean="0">
                                  <a:latin typeface="Cambria Math" panose="02040503050406030204" pitchFamily="18" charset="0"/>
                                </a:rPr>
                                <m:t>10</m:t>
                              </m:r>
                            </m:e>
                          </m:d>
                        </m:e>
                        <m:sup>
                          <m:r>
                            <a:rPr lang="es-ES" sz="2000" b="0" i="1" smtClean="0">
                              <a:latin typeface="Cambria Math" panose="02040503050406030204" pitchFamily="18" charset="0"/>
                            </a:rPr>
                            <m:t>1.12</m:t>
                          </m:r>
                        </m:sup>
                      </m:sSup>
                    </m:oMath>
                  </m:oMathPara>
                </a14:m>
                <a:endParaRPr lang="es-ES" sz="2000" dirty="0"/>
              </a:p>
              <a:p>
                <a:pPr algn="just"/>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𝐸</m:t>
                      </m:r>
                      <m:r>
                        <a:rPr lang="es-ES" sz="2000" b="0" i="1" smtClean="0">
                          <a:latin typeface="Cambria Math" panose="02040503050406030204" pitchFamily="18" charset="0"/>
                        </a:rPr>
                        <m:t>=39.96</m:t>
                      </m:r>
                    </m:oMath>
                  </m:oMathPara>
                </a14:m>
                <a:endParaRPr lang="es-ES" sz="2400" b="0" dirty="0"/>
              </a:p>
              <a:p>
                <a:pPr algn="just"/>
                <a:r>
                  <a:rPr lang="es-ES" b="1" dirty="0"/>
                  <a:t>Paso 3: </a:t>
                </a:r>
                <a:r>
                  <a:rPr lang="es-ES" dirty="0"/>
                  <a:t>interpretar</a:t>
                </a:r>
                <a:endParaRPr lang="es-ES" b="0" dirty="0"/>
              </a:p>
              <a:p>
                <a:pPr algn="just"/>
                <a:r>
                  <a:rPr lang="es-ES" dirty="0"/>
                  <a:t>El esfuerzo estimado para completar el proyecto es 39.36 persona-meses. Esto significa que, si un equipo de trabajo estuviera compuesto por 10 personas, se necesitarían aproximadamente 4 meses para completar el proyecto (asumiendo que las 10 personas trabajen a tiempo completo).</a:t>
                </a:r>
              </a:p>
              <a:p>
                <a:pPr algn="just"/>
                <a:endParaRPr lang="es-ES" dirty="0"/>
              </a:p>
              <a:p>
                <a:pPr algn="just"/>
                <a:r>
                  <a:rPr lang="es-ES" dirty="0"/>
                  <a:t>Paso 4: estimar costos: asumiendo que cada miembro del equipo cobra $1.500, el costo del proyecto sería de:</a:t>
                </a:r>
              </a:p>
              <a:p>
                <a:pPr algn="just"/>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𝐶𝑜𝑠𝑡𝑜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m:t>
                      </m:r>
                      <m:r>
                        <a:rPr lang="es-ES" b="0" i="1" smtClean="0">
                          <a:latin typeface="Cambria Math" panose="02040503050406030204" pitchFamily="18" charset="0"/>
                        </a:rPr>
                        <m:t>𝐸</m:t>
                      </m:r>
                      <m:r>
                        <a:rPr lang="es-ES" b="0" i="1" smtClean="0">
                          <a:latin typeface="Cambria Math" panose="02040503050406030204" pitchFamily="18" charset="0"/>
                        </a:rPr>
                        <m:t>∗</m:t>
                      </m:r>
                      <m:r>
                        <a:rPr lang="es-ES" b="0" i="1" smtClean="0">
                          <a:latin typeface="Cambria Math" panose="02040503050406030204" pitchFamily="18" charset="0"/>
                        </a:rPr>
                        <m:t>𝑐𝑜𝑠𝑡𝑜</m:t>
                      </m:r>
                      <m:r>
                        <a:rPr lang="es-ES" b="0" i="1" smtClean="0">
                          <a:latin typeface="Cambria Math" panose="02040503050406030204" pitchFamily="18" charset="0"/>
                        </a:rPr>
                        <m:t> </m:t>
                      </m:r>
                      <m:r>
                        <a:rPr lang="es-ES" b="0" i="1" smtClean="0">
                          <a:latin typeface="Cambria Math" panose="02040503050406030204" pitchFamily="18" charset="0"/>
                        </a:rPr>
                        <m:t>𝑚𝑖𝑒𝑚𝑏𝑟𝑜</m:t>
                      </m:r>
                      <m:r>
                        <a:rPr lang="es-ES" b="0" i="1" smtClean="0">
                          <a:latin typeface="Cambria Math" panose="02040503050406030204" pitchFamily="18" charset="0"/>
                        </a:rPr>
                        <m:t> </m:t>
                      </m:r>
                      <m:r>
                        <a:rPr lang="es-ES" b="0" i="1" smtClean="0">
                          <a:latin typeface="Cambria Math" panose="02040503050406030204" pitchFamily="18" charset="0"/>
                        </a:rPr>
                        <m:t>𝑒𝑞𝑢𝑖𝑝𝑜</m:t>
                      </m:r>
                      <m:r>
                        <a:rPr lang="es-ES" b="0" i="1" smtClean="0">
                          <a:latin typeface="Cambria Math" panose="02040503050406030204" pitchFamily="18" charset="0"/>
                        </a:rPr>
                        <m:t>=39.96 ∗1500=$59.940</m:t>
                      </m:r>
                    </m:oMath>
                  </m:oMathPara>
                </a14:m>
                <a:endParaRPr lang="es-ES" dirty="0"/>
              </a:p>
              <a:p>
                <a:pPr algn="just"/>
                <a:endParaRPr lang="es-ES" sz="2400" dirty="0"/>
              </a:p>
            </p:txBody>
          </p:sp>
        </mc:Choice>
        <mc:Fallback xmlns="">
          <p:sp>
            <p:nvSpPr>
              <p:cNvPr id="4" name="CuadroTexto 3">
                <a:extLst>
                  <a:ext uri="{FF2B5EF4-FFF2-40B4-BE49-F238E27FC236}">
                    <a16:creationId xmlns:a16="http://schemas.microsoft.com/office/drawing/2014/main" id="{FE8F8CC4-DBB1-2DC2-DB60-BC6D442CE984}"/>
                  </a:ext>
                </a:extLst>
              </p:cNvPr>
              <p:cNvSpPr txBox="1">
                <a:spLocks noRot="1" noChangeAspect="1" noMove="1" noResize="1" noEditPoints="1" noAdjustHandles="1" noChangeArrowheads="1" noChangeShapeType="1" noTextEdit="1"/>
              </p:cNvSpPr>
              <p:nvPr/>
            </p:nvSpPr>
            <p:spPr>
              <a:xfrm>
                <a:off x="485932" y="1490553"/>
                <a:ext cx="11287692" cy="5545492"/>
              </a:xfrm>
              <a:prstGeom prst="rect">
                <a:avLst/>
              </a:prstGeom>
              <a:blipFill>
                <a:blip r:embed="rId3"/>
                <a:stretch>
                  <a:fillRect l="-864" t="-770" r="-486"/>
                </a:stretch>
              </a:blipFill>
            </p:spPr>
            <p:txBody>
              <a:bodyPr/>
              <a:lstStyle/>
              <a:p>
                <a:r>
                  <a:rPr lang="es-CO">
                    <a:noFill/>
                  </a:rPr>
                  <a:t> </a:t>
                </a:r>
              </a:p>
            </p:txBody>
          </p:sp>
        </mc:Fallback>
      </mc:AlternateContent>
    </p:spTree>
    <p:extLst>
      <p:ext uri="{BB962C8B-B14F-4D97-AF65-F5344CB8AC3E}">
        <p14:creationId xmlns:p14="http://schemas.microsoft.com/office/powerpoint/2010/main" val="34377755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0002B-7379-FD6B-DC10-502A0FE6B685}"/>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6BD182EB-181A-A298-4530-24947F0FB6A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D</a:t>
            </a:r>
            <a:r>
              <a:rPr lang="es-CO" b="1" dirty="0" err="1">
                <a:solidFill>
                  <a:srgbClr val="809834"/>
                </a:solidFill>
              </a:rPr>
              <a:t>iseño</a:t>
            </a:r>
            <a:r>
              <a:rPr lang="es-CO" b="1" dirty="0">
                <a:solidFill>
                  <a:srgbClr val="809834"/>
                </a:solidFill>
              </a:rPr>
              <a:t> (estimaciones)</a:t>
            </a: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968686AE-7155-DF7F-319B-4E31726923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EA504D46-8EF8-2E4F-082D-485BD59C49D1}"/>
              </a:ext>
            </a:extLst>
          </p:cNvPr>
          <p:cNvSpPr txBox="1"/>
          <p:nvPr/>
        </p:nvSpPr>
        <p:spPr>
          <a:xfrm>
            <a:off x="991816" y="1695125"/>
            <a:ext cx="10513168" cy="1785104"/>
          </a:xfrm>
          <a:prstGeom prst="rect">
            <a:avLst/>
          </a:prstGeom>
          <a:noFill/>
        </p:spPr>
        <p:txBody>
          <a:bodyPr wrap="square">
            <a:spAutoFit/>
          </a:bodyPr>
          <a:lstStyle/>
          <a:p>
            <a:pPr algn="just"/>
            <a:r>
              <a:rPr lang="es-CO" sz="2000" b="1" dirty="0"/>
              <a:t>Actividad</a:t>
            </a:r>
          </a:p>
          <a:p>
            <a:pPr algn="just"/>
            <a:endParaRPr lang="es-ES" dirty="0"/>
          </a:p>
          <a:p>
            <a:pPr algn="just"/>
            <a:r>
              <a:rPr lang="es-ES" dirty="0"/>
              <a:t>Estimar la duración y el costo de un proyecto de desarrollo de software utilizando diferentes metodologías de estimación, basadas en los Requisitos No Funcionales (RNF) y los Requisitos Funcionales (RF). Las metodologías que se deben aplicar son </a:t>
            </a:r>
            <a:r>
              <a:rPr lang="es-ES" b="1" dirty="0"/>
              <a:t>Delphi, Monte Carlo, PERT </a:t>
            </a:r>
            <a:r>
              <a:rPr lang="es-ES" dirty="0"/>
              <a:t>y </a:t>
            </a:r>
            <a:r>
              <a:rPr lang="es-ES" b="1" dirty="0"/>
              <a:t>WBS, </a:t>
            </a:r>
            <a:r>
              <a:rPr lang="es-ES"/>
              <a:t>para tiempo. </a:t>
            </a:r>
            <a:r>
              <a:rPr lang="es-ES" b="1"/>
              <a:t>Puntos </a:t>
            </a:r>
            <a:r>
              <a:rPr lang="es-ES" b="1" dirty="0"/>
              <a:t>de Función </a:t>
            </a:r>
            <a:r>
              <a:rPr lang="es-ES" dirty="0"/>
              <a:t>y </a:t>
            </a:r>
            <a:r>
              <a:rPr lang="es-ES" b="1" dirty="0"/>
              <a:t>COCOMO </a:t>
            </a:r>
            <a:r>
              <a:rPr lang="es-ES" dirty="0"/>
              <a:t>para costos.</a:t>
            </a:r>
          </a:p>
        </p:txBody>
      </p:sp>
      <p:graphicFrame>
        <p:nvGraphicFramePr>
          <p:cNvPr id="3" name="Tabla 2">
            <a:extLst>
              <a:ext uri="{FF2B5EF4-FFF2-40B4-BE49-F238E27FC236}">
                <a16:creationId xmlns:a16="http://schemas.microsoft.com/office/drawing/2014/main" id="{B7FA6951-3EE3-FFCE-91BE-1D9D8856CC2D}"/>
              </a:ext>
            </a:extLst>
          </p:cNvPr>
          <p:cNvGraphicFramePr>
            <a:graphicFrameLocks noGrp="1"/>
          </p:cNvGraphicFramePr>
          <p:nvPr>
            <p:extLst>
              <p:ext uri="{D42A27DB-BD31-4B8C-83A1-F6EECF244321}">
                <p14:modId xmlns:p14="http://schemas.microsoft.com/office/powerpoint/2010/main" val="2757333911"/>
              </p:ext>
            </p:extLst>
          </p:nvPr>
        </p:nvGraphicFramePr>
        <p:xfrm>
          <a:off x="986488" y="3662943"/>
          <a:ext cx="10513168" cy="2473960"/>
        </p:xfrm>
        <a:graphic>
          <a:graphicData uri="http://schemas.openxmlformats.org/drawingml/2006/table">
            <a:tbl>
              <a:tblPr firstRow="1" bandRow="1">
                <a:tableStyleId>{00A15C55-8517-42AA-B614-E9B94910E393}</a:tableStyleId>
              </a:tblPr>
              <a:tblGrid>
                <a:gridCol w="5256584">
                  <a:extLst>
                    <a:ext uri="{9D8B030D-6E8A-4147-A177-3AD203B41FA5}">
                      <a16:colId xmlns:a16="http://schemas.microsoft.com/office/drawing/2014/main" val="4139315481"/>
                    </a:ext>
                  </a:extLst>
                </a:gridCol>
                <a:gridCol w="5256584">
                  <a:extLst>
                    <a:ext uri="{9D8B030D-6E8A-4147-A177-3AD203B41FA5}">
                      <a16:colId xmlns:a16="http://schemas.microsoft.com/office/drawing/2014/main" val="1628871404"/>
                    </a:ext>
                  </a:extLst>
                </a:gridCol>
              </a:tblGrid>
              <a:tr h="370840">
                <a:tc>
                  <a:txBody>
                    <a:bodyPr/>
                    <a:lstStyle/>
                    <a:p>
                      <a:pPr algn="ctr"/>
                      <a:r>
                        <a:rPr lang="es-ES" dirty="0">
                          <a:latin typeface="Arial" panose="020B0604020202020204" pitchFamily="34" charset="0"/>
                          <a:cs typeface="Arial" panose="020B0604020202020204" pitchFamily="34" charset="0"/>
                        </a:rPr>
                        <a:t>RF</a:t>
                      </a:r>
                      <a:endParaRPr lang="es-CO" dirty="0">
                        <a:latin typeface="Arial" panose="020B0604020202020204" pitchFamily="34" charset="0"/>
                        <a:cs typeface="Arial" panose="020B0604020202020204" pitchFamily="34" charset="0"/>
                      </a:endParaRPr>
                    </a:p>
                  </a:txBody>
                  <a:tcPr/>
                </a:tc>
                <a:tc>
                  <a:txBody>
                    <a:bodyPr/>
                    <a:lstStyle/>
                    <a:p>
                      <a:pPr algn="ctr"/>
                      <a:r>
                        <a:rPr lang="es-ES" dirty="0">
                          <a:latin typeface="Arial" panose="020B0604020202020204" pitchFamily="34" charset="0"/>
                          <a:cs typeface="Arial" panose="020B0604020202020204" pitchFamily="34" charset="0"/>
                        </a:rPr>
                        <a:t>RNF</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83914098"/>
                  </a:ext>
                </a:extLst>
              </a:tr>
              <a:tr h="370840">
                <a:tc>
                  <a:txBody>
                    <a:bodyPr/>
                    <a:lstStyle/>
                    <a:p>
                      <a:pPr algn="just"/>
                      <a:r>
                        <a:rPr lang="es-ES" sz="1600" dirty="0">
                          <a:latin typeface="Arial" panose="020B0604020202020204" pitchFamily="34" charset="0"/>
                          <a:cs typeface="Arial" panose="020B0604020202020204" pitchFamily="34" charset="0"/>
                        </a:rPr>
                        <a:t>El sistema debe permitir a los usuarios registrarse y crear un perfil.</a:t>
                      </a:r>
                      <a:endParaRPr lang="es-CO" sz="1600" dirty="0">
                        <a:latin typeface="Arial" panose="020B0604020202020204" pitchFamily="34" charset="0"/>
                        <a:cs typeface="Arial" panose="020B0604020202020204" pitchFamily="34" charset="0"/>
                      </a:endParaRPr>
                    </a:p>
                  </a:txBody>
                  <a:tcPr/>
                </a:tc>
                <a:tc>
                  <a:txBody>
                    <a:bodyPr/>
                    <a:lstStyle/>
                    <a:p>
                      <a:pPr algn="just"/>
                      <a:r>
                        <a:rPr lang="es-ES" dirty="0">
                          <a:latin typeface="Arial" panose="020B0604020202020204" pitchFamily="34" charset="0"/>
                          <a:cs typeface="Arial" panose="020B0604020202020204" pitchFamily="34" charset="0"/>
                        </a:rPr>
                        <a:t>El sistema debe ser accesible desde dispositivos móviles y de escritorio.</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48690735"/>
                  </a:ext>
                </a:extLst>
              </a:tr>
              <a:tr h="370840">
                <a:tc>
                  <a:txBody>
                    <a:bodyPr/>
                    <a:lstStyle/>
                    <a:p>
                      <a:pPr algn="just"/>
                      <a:r>
                        <a:rPr lang="es-ES" sz="1600" dirty="0">
                          <a:latin typeface="Arial" panose="020B0604020202020204" pitchFamily="34" charset="0"/>
                          <a:cs typeface="Arial" panose="020B0604020202020204" pitchFamily="34" charset="0"/>
                        </a:rPr>
                        <a:t>El sistema debe permitir a los usuarios registrar eventos, especificando nombre, fecha, lugar y tipo de evento.</a:t>
                      </a:r>
                      <a:endParaRPr lang="es-CO" sz="1600" dirty="0">
                        <a:latin typeface="Arial" panose="020B0604020202020204" pitchFamily="34" charset="0"/>
                        <a:cs typeface="Arial" panose="020B0604020202020204" pitchFamily="34" charset="0"/>
                      </a:endParaRPr>
                    </a:p>
                  </a:txBody>
                  <a:tcPr/>
                </a:tc>
                <a:tc>
                  <a:txBody>
                    <a:bodyPr/>
                    <a:lstStyle/>
                    <a:p>
                      <a:pPr algn="just"/>
                      <a:r>
                        <a:rPr lang="es-ES" dirty="0">
                          <a:latin typeface="Arial" panose="020B0604020202020204" pitchFamily="34" charset="0"/>
                          <a:cs typeface="Arial" panose="020B0604020202020204" pitchFamily="34" charset="0"/>
                        </a:rPr>
                        <a:t>El sistema debe estar disponible 24/7 y garantizar un tiempo de actividad del 99%.</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93224795"/>
                  </a:ext>
                </a:extLst>
              </a:tr>
              <a:tr h="370840">
                <a:tc>
                  <a:txBody>
                    <a:bodyPr/>
                    <a:lstStyle/>
                    <a:p>
                      <a:pPr algn="just"/>
                      <a:r>
                        <a:rPr lang="es-ES" sz="1600" dirty="0">
                          <a:latin typeface="Arial" panose="020B0604020202020204" pitchFamily="34" charset="0"/>
                          <a:cs typeface="Arial" panose="020B0604020202020204" pitchFamily="34" charset="0"/>
                        </a:rPr>
                        <a:t>El sistema debe permitir a los usuarios inscribirse en eventos y recibir confirmaciones por correo electrónico.</a:t>
                      </a:r>
                      <a:endParaRPr lang="es-CO" sz="1600" dirty="0">
                        <a:latin typeface="Arial" panose="020B0604020202020204" pitchFamily="34" charset="0"/>
                        <a:cs typeface="Arial" panose="020B0604020202020204" pitchFamily="34" charset="0"/>
                      </a:endParaRPr>
                    </a:p>
                  </a:txBody>
                  <a:tcPr/>
                </a:tc>
                <a:tc>
                  <a:txBody>
                    <a:bodyPr/>
                    <a:lstStyle/>
                    <a:p>
                      <a:pPr algn="just"/>
                      <a:r>
                        <a:rPr lang="es-ES" dirty="0">
                          <a:latin typeface="Arial" panose="020B0604020202020204" pitchFamily="34" charset="0"/>
                          <a:cs typeface="Arial" panose="020B0604020202020204" pitchFamily="34" charset="0"/>
                        </a:rPr>
                        <a:t>El tiempo de respuesta de las solicitudes debe ser inferior a 2 segundos en el 95% de los casos.</a:t>
                      </a:r>
                      <a:endParaRPr lang="es-C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17090188"/>
                  </a:ext>
                </a:extLst>
              </a:tr>
            </a:tbl>
          </a:graphicData>
        </a:graphic>
      </p:graphicFrame>
    </p:spTree>
    <p:extLst>
      <p:ext uri="{BB962C8B-B14F-4D97-AF65-F5344CB8AC3E}">
        <p14:creationId xmlns:p14="http://schemas.microsoft.com/office/powerpoint/2010/main" val="4024494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BED9-7A75-2F34-5095-D0BBB49D8E8E}"/>
            </a:ext>
          </a:extLst>
        </p:cNvPr>
        <p:cNvGrpSpPr/>
        <p:nvPr/>
      </p:nvGrpSpPr>
      <p:grpSpPr>
        <a:xfrm>
          <a:off x="0" y="0"/>
          <a:ext cx="0" cy="0"/>
          <a:chOff x="0" y="0"/>
          <a:chExt cx="0" cy="0"/>
        </a:xfrm>
      </p:grpSpPr>
      <p:sp>
        <p:nvSpPr>
          <p:cNvPr id="2050" name="Rectangle 4">
            <a:extLst>
              <a:ext uri="{FF2B5EF4-FFF2-40B4-BE49-F238E27FC236}">
                <a16:creationId xmlns:a16="http://schemas.microsoft.com/office/drawing/2014/main" id="{AFFA1D88-33A8-6348-CC6A-9B36EF3023DB}"/>
              </a:ext>
            </a:extLst>
          </p:cNvPr>
          <p:cNvSpPr>
            <a:spLocks noGrp="1" noChangeArrowheads="1"/>
          </p:cNvSpPr>
          <p:nvPr>
            <p:ph type="ctrTitle" idx="4294967295"/>
          </p:nvPr>
        </p:nvSpPr>
        <p:spPr bwMode="auto">
          <a:xfrm>
            <a:off x="2207568" y="908720"/>
            <a:ext cx="8208912" cy="1851099"/>
          </a:xfrm>
          <a:prstGeom prst="rect">
            <a:avLst/>
          </a:prstGeom>
          <a:noFill/>
          <a:ln>
            <a:miter lim="800000"/>
            <a:headEnd/>
            <a:tailEnd/>
          </a:ln>
        </p:spPr>
        <p:txBody>
          <a:bodyPr/>
          <a:lstStyle/>
          <a:p>
            <a:r>
              <a:rPr lang="es-ES" sz="4800" b="1" dirty="0">
                <a:effectLst>
                  <a:outerShdw blurRad="38100" dist="38100" dir="2700000" algn="tl">
                    <a:srgbClr val="000000">
                      <a:alpha val="43137"/>
                    </a:srgbClr>
                  </a:outerShdw>
                </a:effectLst>
              </a:rPr>
              <a:t>Introducción a la Arquitectura de Software</a:t>
            </a:r>
            <a:endParaRPr lang="en-US" sz="4800" b="1" dirty="0">
              <a:effectLst>
                <a:outerShdw blurRad="38100" dist="38100" dir="2700000" algn="tl">
                  <a:srgbClr val="000000">
                    <a:alpha val="43137"/>
                  </a:srgbClr>
                </a:outerShdw>
              </a:effectLst>
            </a:endParaRPr>
          </a:p>
        </p:txBody>
      </p:sp>
      <p:sp>
        <p:nvSpPr>
          <p:cNvPr id="9" name="Rectangle 4">
            <a:extLst>
              <a:ext uri="{FF2B5EF4-FFF2-40B4-BE49-F238E27FC236}">
                <a16:creationId xmlns:a16="http://schemas.microsoft.com/office/drawing/2014/main" id="{65329EE7-4D3F-1E17-D7F0-47370A19F717}"/>
              </a:ext>
            </a:extLst>
          </p:cNvPr>
          <p:cNvSpPr txBox="1">
            <a:spLocks noChangeArrowheads="1"/>
          </p:cNvSpPr>
          <p:nvPr/>
        </p:nvSpPr>
        <p:spPr bwMode="auto">
          <a:xfrm>
            <a:off x="2207568" y="3356993"/>
            <a:ext cx="8208912" cy="1851099"/>
          </a:xfrm>
          <a:prstGeom prst="rect">
            <a:avLst/>
          </a:prstGeom>
          <a:noFill/>
          <a:ln>
            <a:miter lim="800000"/>
            <a:headEnd/>
            <a:tailEnd/>
          </a:ln>
        </p:spPr>
        <p:txBody>
          <a:bodyPr/>
          <a:lstStyle/>
          <a:p>
            <a:pPr algn="ctr" eaLnBrk="0" hangingPunct="0">
              <a:defRPr/>
            </a:pPr>
            <a:r>
              <a:rPr lang="en-US" sz="2800" dirty="0">
                <a:effectLst>
                  <a:outerShdw blurRad="38100" dist="38100" dir="2700000" algn="tl">
                    <a:srgbClr val="000000">
                      <a:alpha val="43137"/>
                    </a:srgbClr>
                  </a:outerShdw>
                </a:effectLst>
                <a:latin typeface="+mj-lt"/>
                <a:ea typeface="+mj-ea"/>
                <a:cs typeface="+mj-cs"/>
              </a:rPr>
              <a:t>INGENIERÍA DE SOFTWARE I</a:t>
            </a: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endParaRPr lang="en-US" sz="2800" dirty="0">
              <a:effectLst>
                <a:outerShdw blurRad="38100" dist="38100" dir="2700000" algn="tl">
                  <a:srgbClr val="000000">
                    <a:alpha val="43137"/>
                  </a:srgbClr>
                </a:outerShdw>
              </a:effectLst>
              <a:latin typeface="+mj-lt"/>
              <a:ea typeface="+mj-ea"/>
              <a:cs typeface="+mj-cs"/>
            </a:endParaRPr>
          </a:p>
          <a:p>
            <a:pPr algn="ctr" eaLnBrk="0" hangingPunct="0">
              <a:defRPr/>
            </a:pPr>
            <a:r>
              <a:rPr lang="en-US" sz="2800" dirty="0">
                <a:effectLst>
                  <a:outerShdw blurRad="38100" dist="38100" dir="2700000" algn="tl">
                    <a:srgbClr val="000000">
                      <a:alpha val="43137"/>
                    </a:srgbClr>
                  </a:outerShdw>
                </a:effectLst>
                <a:latin typeface="+mj-lt"/>
                <a:ea typeface="+mj-ea"/>
                <a:cs typeface="+mj-cs"/>
              </a:rPr>
              <a:t>Albeiro Montes</a:t>
            </a:r>
          </a:p>
        </p:txBody>
      </p:sp>
      <p:pic>
        <p:nvPicPr>
          <p:cNvPr id="2" name="Imagen 1">
            <a:extLst>
              <a:ext uri="{FF2B5EF4-FFF2-40B4-BE49-F238E27FC236}">
                <a16:creationId xmlns:a16="http://schemas.microsoft.com/office/drawing/2014/main" id="{7A7877D3-D8FA-0028-83BD-DBF609FC08C8}"/>
              </a:ext>
            </a:extLst>
          </p:cNvPr>
          <p:cNvPicPr>
            <a:picLocks noChangeAspect="1"/>
          </p:cNvPicPr>
          <p:nvPr/>
        </p:nvPicPr>
        <p:blipFill>
          <a:blip r:embed="rId3"/>
          <a:stretch>
            <a:fillRect/>
          </a:stretch>
        </p:blipFill>
        <p:spPr>
          <a:xfrm>
            <a:off x="7104112" y="5405610"/>
            <a:ext cx="2160240" cy="1119773"/>
          </a:xfrm>
          <a:prstGeom prst="rect">
            <a:avLst/>
          </a:prstGeom>
        </p:spPr>
      </p:pic>
      <p:pic>
        <p:nvPicPr>
          <p:cNvPr id="6" name="Picture 2" descr="Universidad Nacional (OCA-IDEA-UN)">
            <a:extLst>
              <a:ext uri="{FF2B5EF4-FFF2-40B4-BE49-F238E27FC236}">
                <a16:creationId xmlns:a16="http://schemas.microsoft.com/office/drawing/2014/main" id="{3A95DD18-D10A-6958-E51E-7B52FB7D5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8" y="5330959"/>
            <a:ext cx="2667280" cy="1218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6139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9BA1-D6A9-DCBC-D44A-0FB932F3A9AE}"/>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FACEB288-3A74-992F-D422-A9203A619F2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566A81D4-28D5-432C-0D7F-5AF9B88109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CBB00701-86C2-AABD-7EF6-EF463199F8A7}"/>
              </a:ext>
            </a:extLst>
          </p:cNvPr>
          <p:cNvSpPr txBox="1"/>
          <p:nvPr/>
        </p:nvSpPr>
        <p:spPr>
          <a:xfrm>
            <a:off x="991816" y="1695125"/>
            <a:ext cx="10513168" cy="2616101"/>
          </a:xfrm>
          <a:prstGeom prst="rect">
            <a:avLst/>
          </a:prstGeom>
          <a:noFill/>
        </p:spPr>
        <p:txBody>
          <a:bodyPr wrap="square">
            <a:spAutoFit/>
          </a:bodyPr>
          <a:lstStyle/>
          <a:p>
            <a:pPr algn="just"/>
            <a:r>
              <a:rPr lang="es-CO" sz="2000" b="1" dirty="0"/>
              <a:t>¿Qué es la Arquitectura de Software?</a:t>
            </a:r>
          </a:p>
          <a:p>
            <a:pPr algn="just"/>
            <a:endParaRPr lang="es-ES" dirty="0"/>
          </a:p>
          <a:p>
            <a:pPr algn="just"/>
            <a:r>
              <a:rPr lang="es-ES" dirty="0"/>
              <a:t>Estructura general de un sistema en donde se definen los componentes, interacciones y relaciones; a partir de elementos como:</a:t>
            </a:r>
          </a:p>
          <a:p>
            <a:pPr marL="285750" indent="-285750" algn="just">
              <a:buFont typeface="Arial" panose="020B0604020202020204" pitchFamily="34" charset="0"/>
              <a:buChar char="•"/>
            </a:pPr>
            <a:r>
              <a:rPr lang="es-ES" b="1" dirty="0"/>
              <a:t>Escalabilidad: </a:t>
            </a:r>
            <a:r>
              <a:rPr lang="es-ES" dirty="0"/>
              <a:t>Diseñar una arquitectura adecuada asegura que el sistema pueda manejar un crecimiento en usuarios o datos sin degradar el rendimiento.</a:t>
            </a:r>
          </a:p>
          <a:p>
            <a:pPr marL="285750" indent="-285750" algn="just">
              <a:buFont typeface="Arial" panose="020B0604020202020204" pitchFamily="34" charset="0"/>
              <a:buChar char="•"/>
            </a:pPr>
            <a:r>
              <a:rPr lang="es-ES" b="1" dirty="0"/>
              <a:t>Mantenibilidad: </a:t>
            </a:r>
            <a:r>
              <a:rPr lang="es-ES" dirty="0"/>
              <a:t>Promueve un código limpio y modular, lo que reduce costos de mantenimiento a largo plazo.</a:t>
            </a:r>
          </a:p>
          <a:p>
            <a:pPr marL="285750" indent="-285750" algn="just">
              <a:buFont typeface="Arial" panose="020B0604020202020204" pitchFamily="34" charset="0"/>
              <a:buChar char="•"/>
            </a:pPr>
            <a:r>
              <a:rPr lang="es-ES" b="1" dirty="0"/>
              <a:t>Eficiencia: </a:t>
            </a:r>
            <a:r>
              <a:rPr lang="es-ES" dirty="0"/>
              <a:t>Minimiza errores y duplicidad de esfuerzos.</a:t>
            </a:r>
          </a:p>
        </p:txBody>
      </p:sp>
    </p:spTree>
    <p:extLst>
      <p:ext uri="{BB962C8B-B14F-4D97-AF65-F5344CB8AC3E}">
        <p14:creationId xmlns:p14="http://schemas.microsoft.com/office/powerpoint/2010/main" val="33570904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44F8E-5339-036B-FB91-36A684B150E8}"/>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A4B379B8-6452-48BD-74D7-EDCC0022CAAC}"/>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2BE4D9EF-33D3-4FD3-EF42-E4E86C9251E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E1265465-1791-0766-6206-6E1B183046E2}"/>
              </a:ext>
            </a:extLst>
          </p:cNvPr>
          <p:cNvSpPr txBox="1"/>
          <p:nvPr/>
        </p:nvSpPr>
        <p:spPr>
          <a:xfrm>
            <a:off x="991816" y="1695125"/>
            <a:ext cx="10513168" cy="2893100"/>
          </a:xfrm>
          <a:prstGeom prst="rect">
            <a:avLst/>
          </a:prstGeom>
          <a:noFill/>
        </p:spPr>
        <p:txBody>
          <a:bodyPr wrap="square">
            <a:spAutoFit/>
          </a:bodyPr>
          <a:lstStyle/>
          <a:p>
            <a:pPr algn="just"/>
            <a:r>
              <a:rPr lang="es-CO" sz="2000" b="1" dirty="0"/>
              <a:t>¿Qué es una API?</a:t>
            </a:r>
          </a:p>
          <a:p>
            <a:pPr algn="just"/>
            <a:endParaRPr lang="es-ES" dirty="0"/>
          </a:p>
          <a:p>
            <a:pPr algn="just"/>
            <a:r>
              <a:rPr lang="es-ES" b="1" dirty="0"/>
              <a:t>API (</a:t>
            </a:r>
            <a:r>
              <a:rPr lang="es-ES" b="1" dirty="0" err="1"/>
              <a:t>Application</a:t>
            </a:r>
            <a:r>
              <a:rPr lang="es-ES" b="1" dirty="0"/>
              <a:t> </a:t>
            </a:r>
            <a:r>
              <a:rPr lang="es-ES" b="1" dirty="0" err="1"/>
              <a:t>Programming</a:t>
            </a:r>
            <a:r>
              <a:rPr lang="es-ES" b="1" dirty="0"/>
              <a:t> Interface): </a:t>
            </a:r>
            <a:r>
              <a:rPr lang="es-ES" dirty="0"/>
              <a:t>Es un conjunto de reglas y protocolos que permite que dos aplicaciones se comuniquen entre sí. Una API define cómo un software puede interactuar con otro. </a:t>
            </a:r>
          </a:p>
          <a:p>
            <a:pPr algn="just"/>
            <a:endParaRPr lang="es-ES" dirty="0"/>
          </a:p>
          <a:p>
            <a:pPr algn="just"/>
            <a:r>
              <a:rPr lang="es-ES" b="1" dirty="0"/>
              <a:t>Una API es como un menú en un restaurante: </a:t>
            </a:r>
          </a:p>
          <a:p>
            <a:pPr marL="285750" indent="-285750" algn="just">
              <a:buFont typeface="Arial" panose="020B0604020202020204" pitchFamily="34" charset="0"/>
              <a:buChar char="•"/>
            </a:pPr>
            <a:r>
              <a:rPr lang="es-ES" dirty="0"/>
              <a:t>El cliente (la aplicación) solicita un plato del menú (la funcionalidad).</a:t>
            </a:r>
          </a:p>
          <a:p>
            <a:pPr marL="285750" indent="-285750" algn="just">
              <a:buFont typeface="Arial" panose="020B0604020202020204" pitchFamily="34" charset="0"/>
              <a:buChar char="•"/>
            </a:pPr>
            <a:r>
              <a:rPr lang="es-ES" dirty="0"/>
              <a:t>La cocina (el sistema </a:t>
            </a:r>
            <a:r>
              <a:rPr lang="es-ES" dirty="0" err="1"/>
              <a:t>backend</a:t>
            </a:r>
            <a:r>
              <a:rPr lang="es-ES" dirty="0"/>
              <a:t>) lo prepara.</a:t>
            </a:r>
          </a:p>
          <a:p>
            <a:pPr marL="285750" indent="-285750" algn="just">
              <a:buFont typeface="Arial" panose="020B0604020202020204" pitchFamily="34" charset="0"/>
              <a:buChar char="•"/>
            </a:pPr>
            <a:r>
              <a:rPr lang="es-ES" dirty="0"/>
              <a:t>El mesero(la API) lo entrega al cliente.</a:t>
            </a:r>
          </a:p>
        </p:txBody>
      </p:sp>
    </p:spTree>
    <p:extLst>
      <p:ext uri="{BB962C8B-B14F-4D97-AF65-F5344CB8AC3E}">
        <p14:creationId xmlns:p14="http://schemas.microsoft.com/office/powerpoint/2010/main" val="3271304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9C4B-AB7D-0595-1AC6-156E8DEA7015}"/>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73B7409B-ABB7-737C-C7EE-A4AB8A45487D}"/>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6B175736-C7FA-2249-905C-1CA2A00931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5B51E18F-CAD4-0768-D154-F4607286C2C1}"/>
              </a:ext>
            </a:extLst>
          </p:cNvPr>
          <p:cNvSpPr txBox="1"/>
          <p:nvPr/>
        </p:nvSpPr>
        <p:spPr>
          <a:xfrm>
            <a:off x="991816" y="1695125"/>
            <a:ext cx="10513168" cy="2893100"/>
          </a:xfrm>
          <a:prstGeom prst="rect">
            <a:avLst/>
          </a:prstGeom>
          <a:noFill/>
        </p:spPr>
        <p:txBody>
          <a:bodyPr wrap="square">
            <a:spAutoFit/>
          </a:bodyPr>
          <a:lstStyle/>
          <a:p>
            <a:pPr algn="just"/>
            <a:r>
              <a:rPr lang="es-CO" sz="2000" b="1" dirty="0"/>
              <a:t>¿Qué hace una API?</a:t>
            </a:r>
          </a:p>
          <a:p>
            <a:pPr algn="just"/>
            <a:endParaRPr lang="es-ES" dirty="0"/>
          </a:p>
          <a:p>
            <a:pPr marL="285750" indent="-285750" algn="just">
              <a:buFont typeface="Arial" panose="020B0604020202020204" pitchFamily="34" charset="0"/>
              <a:buChar char="•"/>
            </a:pPr>
            <a:r>
              <a:rPr lang="es-ES" b="1" dirty="0"/>
              <a:t>Conexión entre aplicaciones: </a:t>
            </a:r>
            <a:r>
              <a:rPr lang="es-ES" dirty="0"/>
              <a:t>Permiten que diferentes sistemas trabajen juntos, como una app móvil conectándose a una base de datos.</a:t>
            </a:r>
          </a:p>
          <a:p>
            <a:pPr marL="285750" indent="-285750" algn="just">
              <a:buFont typeface="Arial" panose="020B0604020202020204" pitchFamily="34" charset="0"/>
              <a:buChar char="•"/>
            </a:pPr>
            <a:r>
              <a:rPr lang="es-ES" b="1" dirty="0"/>
              <a:t>Abstracción de complejidad: </a:t>
            </a:r>
            <a:r>
              <a:rPr lang="es-ES" dirty="0"/>
              <a:t>El usuario no necesita saber cómo funciona el </a:t>
            </a:r>
            <a:r>
              <a:rPr lang="es-ES" dirty="0" err="1"/>
              <a:t>backend</a:t>
            </a:r>
            <a:r>
              <a:rPr lang="es-ES" dirty="0"/>
              <a:t>, solo usa las funciones que la API ofrece.</a:t>
            </a:r>
          </a:p>
          <a:p>
            <a:pPr marL="285750" indent="-285750" algn="just">
              <a:buFont typeface="Arial" panose="020B0604020202020204" pitchFamily="34" charset="0"/>
              <a:buChar char="•"/>
            </a:pPr>
            <a:r>
              <a:rPr lang="es-ES" b="1" dirty="0"/>
              <a:t>Interoperabilidad: </a:t>
            </a:r>
            <a:r>
              <a:rPr lang="es-ES" dirty="0"/>
              <a:t>Facilitan la integración de servicios de terceros, como pagos en línea (PayPal, </a:t>
            </a:r>
            <a:r>
              <a:rPr lang="es-ES" dirty="0" err="1"/>
              <a:t>Stripe</a:t>
            </a:r>
            <a:r>
              <a:rPr lang="es-ES" dirty="0"/>
              <a:t>) o mapas (Google </a:t>
            </a:r>
            <a:r>
              <a:rPr lang="es-ES" dirty="0" err="1"/>
              <a:t>Maps</a:t>
            </a:r>
            <a:r>
              <a:rPr lang="es-ES" dirty="0"/>
              <a:t>).</a:t>
            </a:r>
          </a:p>
          <a:p>
            <a:pPr marL="285750" indent="-285750" algn="just">
              <a:buFont typeface="Arial" panose="020B0604020202020204" pitchFamily="34" charset="0"/>
              <a:buChar char="•"/>
            </a:pPr>
            <a:r>
              <a:rPr lang="es-ES" b="1" dirty="0"/>
              <a:t>Reutilización de servicios: </a:t>
            </a:r>
            <a:r>
              <a:rPr lang="es-ES" dirty="0"/>
              <a:t>Una API puede ser utilizada por múltiples plataformas: web, móvil, </a:t>
            </a:r>
            <a:r>
              <a:rPr lang="es-ES" dirty="0" err="1"/>
              <a:t>IoT</a:t>
            </a:r>
            <a:r>
              <a:rPr lang="es-ES" dirty="0"/>
              <a:t>, etc.</a:t>
            </a:r>
          </a:p>
        </p:txBody>
      </p:sp>
    </p:spTree>
    <p:extLst>
      <p:ext uri="{BB962C8B-B14F-4D97-AF65-F5344CB8AC3E}">
        <p14:creationId xmlns:p14="http://schemas.microsoft.com/office/powerpoint/2010/main" val="334003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1DB6C-0666-3B50-ACE7-C3F2C2998645}"/>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9C7E278E-993B-8140-20D8-C51FDB90E960}"/>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381086AF-2497-C754-AC5D-855CD4F260F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367DFD46-E052-CB0D-BFB5-3CB2A047EF56}"/>
              </a:ext>
            </a:extLst>
          </p:cNvPr>
          <p:cNvSpPr txBox="1"/>
          <p:nvPr/>
        </p:nvSpPr>
        <p:spPr>
          <a:xfrm>
            <a:off x="991816" y="1695125"/>
            <a:ext cx="10513168" cy="3816429"/>
          </a:xfrm>
          <a:prstGeom prst="rect">
            <a:avLst/>
          </a:prstGeom>
          <a:noFill/>
        </p:spPr>
        <p:txBody>
          <a:bodyPr wrap="square">
            <a:spAutoFit/>
          </a:bodyPr>
          <a:lstStyle/>
          <a:p>
            <a:pPr algn="just"/>
            <a:r>
              <a:rPr lang="es-CO" sz="2200" b="1" dirty="0"/>
              <a:t>Tipos de </a:t>
            </a:r>
            <a:r>
              <a:rPr lang="es-CO" sz="2200" b="1" dirty="0" err="1"/>
              <a:t>APIs</a:t>
            </a:r>
            <a:endParaRPr lang="es-CO" sz="2200" b="1" dirty="0"/>
          </a:p>
          <a:p>
            <a:pPr algn="just"/>
            <a:endParaRPr lang="es-ES" sz="2200" dirty="0"/>
          </a:p>
          <a:p>
            <a:pPr marL="285750" indent="-285750" algn="just">
              <a:buFont typeface="Arial" panose="020B0604020202020204" pitchFamily="34" charset="0"/>
              <a:buChar char="•"/>
            </a:pPr>
            <a:r>
              <a:rPr lang="es-ES" sz="2200" b="1" dirty="0" err="1"/>
              <a:t>APIs</a:t>
            </a:r>
            <a:r>
              <a:rPr lang="es-ES" sz="2200" b="1" dirty="0"/>
              <a:t> REST: </a:t>
            </a:r>
            <a:r>
              <a:rPr lang="es-ES" sz="2200" dirty="0"/>
              <a:t>Basadas en HTTP. Usan métodos como GET, POST, PUT, DELETE. </a:t>
            </a:r>
          </a:p>
          <a:p>
            <a:pPr algn="just"/>
            <a:r>
              <a:rPr lang="es-ES" sz="2200" b="1" dirty="0"/>
              <a:t>Ejemplo: </a:t>
            </a:r>
            <a:r>
              <a:rPr lang="es-ES" sz="2200" dirty="0"/>
              <a:t>API de Twitter para obtener tweets.</a:t>
            </a:r>
          </a:p>
          <a:p>
            <a:pPr algn="just"/>
            <a:endParaRPr lang="es-ES" sz="2200" dirty="0"/>
          </a:p>
          <a:p>
            <a:pPr marL="285750" indent="-285750" algn="just">
              <a:buFont typeface="Arial" panose="020B0604020202020204" pitchFamily="34" charset="0"/>
              <a:buChar char="•"/>
            </a:pPr>
            <a:r>
              <a:rPr lang="es-ES" sz="2200" b="1" dirty="0" err="1"/>
              <a:t>APIs</a:t>
            </a:r>
            <a:r>
              <a:rPr lang="es-ES" sz="2200" b="1" dirty="0"/>
              <a:t> Públicas: </a:t>
            </a:r>
            <a:r>
              <a:rPr lang="es-ES" sz="2200" dirty="0"/>
              <a:t>Disponibles para cualquier desarrollador.</a:t>
            </a:r>
          </a:p>
          <a:p>
            <a:pPr algn="just"/>
            <a:r>
              <a:rPr lang="es-ES" sz="2200" dirty="0"/>
              <a:t>Ejemplo: API de Google </a:t>
            </a:r>
            <a:r>
              <a:rPr lang="es-ES" sz="2200" dirty="0" err="1"/>
              <a:t>Maps</a:t>
            </a:r>
            <a:r>
              <a:rPr lang="es-ES" sz="2200" dirty="0"/>
              <a:t>.</a:t>
            </a:r>
          </a:p>
          <a:p>
            <a:pPr algn="just"/>
            <a:endParaRPr lang="es-ES" sz="2200" dirty="0"/>
          </a:p>
          <a:p>
            <a:pPr marL="285750" indent="-285750" algn="just">
              <a:buFont typeface="Arial" panose="020B0604020202020204" pitchFamily="34" charset="0"/>
              <a:buChar char="•"/>
            </a:pPr>
            <a:r>
              <a:rPr lang="es-ES" sz="2200" b="1" dirty="0" err="1"/>
              <a:t>APIs</a:t>
            </a:r>
            <a:r>
              <a:rPr lang="es-ES" sz="2200" b="1" dirty="0"/>
              <a:t> Privadas: </a:t>
            </a:r>
            <a:r>
              <a:rPr lang="es-ES" sz="2200" dirty="0"/>
              <a:t>Usadas internamente por una organización.</a:t>
            </a:r>
          </a:p>
          <a:p>
            <a:pPr algn="just"/>
            <a:r>
              <a:rPr lang="es-ES" sz="2200" dirty="0"/>
              <a:t>Ejemplo: API de un banco para manejar transacciones.</a:t>
            </a:r>
          </a:p>
        </p:txBody>
      </p:sp>
    </p:spTree>
    <p:extLst>
      <p:ext uri="{BB962C8B-B14F-4D97-AF65-F5344CB8AC3E}">
        <p14:creationId xmlns:p14="http://schemas.microsoft.com/office/powerpoint/2010/main" val="8358808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DA1AA-2436-C92A-9E77-199B55D4C9ED}"/>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92F7E61F-7159-35FD-F870-A24225D65596}"/>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46D090CE-DE10-05E6-FEDE-D930565967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5C746EFA-2DDD-4ECD-B36F-08DFC63B8CCF}"/>
              </a:ext>
            </a:extLst>
          </p:cNvPr>
          <p:cNvSpPr txBox="1"/>
          <p:nvPr/>
        </p:nvSpPr>
        <p:spPr>
          <a:xfrm>
            <a:off x="991816" y="1695125"/>
            <a:ext cx="10720808" cy="4524315"/>
          </a:xfrm>
          <a:prstGeom prst="rect">
            <a:avLst/>
          </a:prstGeom>
          <a:noFill/>
        </p:spPr>
        <p:txBody>
          <a:bodyPr wrap="square">
            <a:spAutoFit/>
          </a:bodyPr>
          <a:lstStyle/>
          <a:p>
            <a:r>
              <a:rPr lang="es-ES" sz="2400" b="1" dirty="0"/>
              <a:t>Estructura Técnica de una API</a:t>
            </a:r>
          </a:p>
          <a:p>
            <a:pPr algn="just"/>
            <a:endParaRPr lang="es-ES" sz="2200" dirty="0"/>
          </a:p>
          <a:p>
            <a:pPr algn="just"/>
            <a:r>
              <a:rPr lang="es-ES" sz="2200" b="1" dirty="0"/>
              <a:t>Solicitudes (</a:t>
            </a:r>
            <a:r>
              <a:rPr lang="es-ES" sz="2200" b="1" dirty="0" err="1"/>
              <a:t>Requests</a:t>
            </a:r>
            <a:r>
              <a:rPr lang="es-ES" sz="2200" b="1" dirty="0"/>
              <a:t>): </a:t>
            </a:r>
            <a:r>
              <a:rPr lang="es-ES" sz="2200" dirty="0"/>
              <a:t>Las </a:t>
            </a:r>
            <a:r>
              <a:rPr lang="es-ES" sz="2200" dirty="0" err="1"/>
              <a:t>APIs</a:t>
            </a:r>
            <a:r>
              <a:rPr lang="es-ES" sz="2200" dirty="0"/>
              <a:t> reciben solicitudes de los clientes a través de un protocolo, generalmente HTTP o HTTPS.</a:t>
            </a:r>
          </a:p>
          <a:p>
            <a:pPr algn="just"/>
            <a:endParaRPr lang="es-ES" sz="2200" dirty="0"/>
          </a:p>
          <a:p>
            <a:pPr algn="just"/>
            <a:r>
              <a:rPr lang="es-ES" sz="2200" b="1" dirty="0"/>
              <a:t>Componentes clave de una solicitud:</a:t>
            </a:r>
          </a:p>
          <a:p>
            <a:pPr algn="just"/>
            <a:endParaRPr lang="es-ES" sz="2200" b="1" dirty="0"/>
          </a:p>
          <a:p>
            <a:pPr marL="342900" indent="-342900" algn="just">
              <a:buFont typeface="Arial" panose="020B0604020202020204" pitchFamily="34" charset="0"/>
              <a:buChar char="•"/>
            </a:pPr>
            <a:r>
              <a:rPr lang="es-ES" sz="2200" b="1" dirty="0"/>
              <a:t>Método HTTP: </a:t>
            </a:r>
            <a:r>
              <a:rPr lang="es-ES" sz="2200" dirty="0"/>
              <a:t>Define la acción que se quiere realizar (GET, POST, PUT, DELETE, entre otros).</a:t>
            </a:r>
          </a:p>
          <a:p>
            <a:pPr marL="342900" indent="-342900" algn="just">
              <a:buFont typeface="Arial" panose="020B0604020202020204" pitchFamily="34" charset="0"/>
              <a:buChar char="•"/>
            </a:pPr>
            <a:r>
              <a:rPr lang="es-ES" sz="2200" b="1" dirty="0"/>
              <a:t>URL/</a:t>
            </a:r>
            <a:r>
              <a:rPr lang="es-ES" sz="2200" b="1" dirty="0" err="1"/>
              <a:t>Endpoint</a:t>
            </a:r>
            <a:r>
              <a:rPr lang="es-ES" sz="2200" b="1" dirty="0"/>
              <a:t>: </a:t>
            </a:r>
            <a:r>
              <a:rPr lang="es-ES" sz="2200" dirty="0"/>
              <a:t>Dirección del recurso al que se accede (/api/</a:t>
            </a:r>
            <a:r>
              <a:rPr lang="es-ES" sz="2200" dirty="0" err="1"/>
              <a:t>users</a:t>
            </a:r>
            <a:r>
              <a:rPr lang="es-ES" sz="2200" dirty="0"/>
              <a:t>).</a:t>
            </a:r>
          </a:p>
          <a:p>
            <a:pPr marL="342900" indent="-342900" algn="just">
              <a:buFont typeface="Arial" panose="020B0604020202020204" pitchFamily="34" charset="0"/>
              <a:buChar char="•"/>
            </a:pPr>
            <a:r>
              <a:rPr lang="es-ES" sz="2200" b="1" dirty="0" err="1"/>
              <a:t>Headers</a:t>
            </a:r>
            <a:r>
              <a:rPr lang="es-ES" sz="2200" b="1" dirty="0"/>
              <a:t>: </a:t>
            </a:r>
            <a:r>
              <a:rPr lang="es-ES" sz="2200" dirty="0"/>
              <a:t>Información adicional como autenticación, tipo de contenido, etc.</a:t>
            </a:r>
          </a:p>
          <a:p>
            <a:pPr marL="342900" indent="-342900" algn="just">
              <a:buFont typeface="Arial" panose="020B0604020202020204" pitchFamily="34" charset="0"/>
              <a:buChar char="•"/>
            </a:pPr>
            <a:r>
              <a:rPr lang="es-ES" sz="2200" b="1" dirty="0" err="1"/>
              <a:t>Body</a:t>
            </a:r>
            <a:r>
              <a:rPr lang="es-ES" sz="2200" b="1" dirty="0"/>
              <a:t>: </a:t>
            </a:r>
            <a:r>
              <a:rPr lang="es-ES" sz="2200" dirty="0"/>
              <a:t>Datos enviados al servidor (en métodos como POST y PUT). Normalmente en formato JSON o XML.</a:t>
            </a:r>
          </a:p>
        </p:txBody>
      </p:sp>
    </p:spTree>
    <p:extLst>
      <p:ext uri="{BB962C8B-B14F-4D97-AF65-F5344CB8AC3E}">
        <p14:creationId xmlns:p14="http://schemas.microsoft.com/office/powerpoint/2010/main" val="10628808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9DC1-CF9D-0973-CA55-D1BF956F854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A6AD2EE9-D678-2479-DD78-917F975EBFB9}"/>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A995B214-AFA1-5BAA-466C-E9E63FB4C53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F481BA65-4BA3-8684-7022-0738E19A2559}"/>
              </a:ext>
            </a:extLst>
          </p:cNvPr>
          <p:cNvSpPr txBox="1"/>
          <p:nvPr/>
        </p:nvSpPr>
        <p:spPr>
          <a:xfrm>
            <a:off x="991816" y="1695125"/>
            <a:ext cx="10720808" cy="4185761"/>
          </a:xfrm>
          <a:prstGeom prst="rect">
            <a:avLst/>
          </a:prstGeom>
          <a:noFill/>
        </p:spPr>
        <p:txBody>
          <a:bodyPr wrap="square">
            <a:spAutoFit/>
          </a:bodyPr>
          <a:lstStyle/>
          <a:p>
            <a:r>
              <a:rPr lang="es-ES" sz="2400" b="1" dirty="0"/>
              <a:t>Estructura Técnica de una API</a:t>
            </a:r>
          </a:p>
          <a:p>
            <a:pPr algn="just"/>
            <a:endParaRPr lang="es-ES" sz="2200" dirty="0"/>
          </a:p>
          <a:p>
            <a:pPr algn="just"/>
            <a:r>
              <a:rPr lang="es-ES" sz="2200" b="1" dirty="0"/>
              <a:t>Respuestas (Responses): </a:t>
            </a:r>
            <a:r>
              <a:rPr lang="es-ES" sz="2200" dirty="0"/>
              <a:t>Las </a:t>
            </a:r>
            <a:r>
              <a:rPr lang="es-ES" sz="2200" dirty="0" err="1"/>
              <a:t>APIs</a:t>
            </a:r>
            <a:r>
              <a:rPr lang="es-ES" sz="2200" dirty="0"/>
              <a:t> retornan respuestas al cliente tras procesar una </a:t>
            </a:r>
            <a:r>
              <a:rPr lang="es-ES" sz="2200" dirty="0" err="1"/>
              <a:t>solicitud.Componentes</a:t>
            </a:r>
            <a:r>
              <a:rPr lang="es-ES" sz="2200" dirty="0"/>
              <a:t> clave de una respuesta:</a:t>
            </a:r>
          </a:p>
          <a:p>
            <a:pPr algn="just"/>
            <a:endParaRPr lang="es-ES" sz="2200" dirty="0"/>
          </a:p>
          <a:p>
            <a:pPr marL="342900" indent="-342900" algn="just">
              <a:buFont typeface="Arial" panose="020B0604020202020204" pitchFamily="34" charset="0"/>
              <a:buChar char="•"/>
            </a:pPr>
            <a:r>
              <a:rPr lang="es-ES" sz="2200" b="1" dirty="0"/>
              <a:t>Código de estado HTTP:</a:t>
            </a:r>
            <a:r>
              <a:rPr lang="es-ES" sz="2200" dirty="0"/>
              <a:t> Indica el resultado de la operación.</a:t>
            </a:r>
          </a:p>
          <a:p>
            <a:pPr marL="457200" indent="-457200" algn="just">
              <a:buFont typeface="+mj-lt"/>
              <a:buAutoNum type="arabicPeriod"/>
            </a:pPr>
            <a:r>
              <a:rPr lang="es-ES" sz="2200" b="1" i="1" dirty="0"/>
              <a:t>20X</a:t>
            </a:r>
            <a:r>
              <a:rPr lang="es-ES" sz="2200" dirty="0"/>
              <a:t>: Solicitud exitosa.</a:t>
            </a:r>
          </a:p>
          <a:p>
            <a:pPr marL="457200" indent="-457200" algn="just">
              <a:buFont typeface="+mj-lt"/>
              <a:buAutoNum type="arabicPeriod"/>
            </a:pPr>
            <a:r>
              <a:rPr lang="es-ES" sz="2200" b="1" i="1" dirty="0"/>
              <a:t>40X</a:t>
            </a:r>
            <a:r>
              <a:rPr lang="es-ES" sz="2200" dirty="0"/>
              <a:t>: Error en la solicitud.</a:t>
            </a:r>
          </a:p>
          <a:p>
            <a:pPr marL="457200" indent="-457200" algn="just">
              <a:buFont typeface="+mj-lt"/>
              <a:buAutoNum type="arabicPeriod"/>
            </a:pPr>
            <a:r>
              <a:rPr lang="es-ES" sz="2200" b="1" i="1" dirty="0"/>
              <a:t>50X</a:t>
            </a:r>
            <a:r>
              <a:rPr lang="es-ES" sz="2200" dirty="0"/>
              <a:t>: Error en el servidor.</a:t>
            </a:r>
          </a:p>
          <a:p>
            <a:pPr marL="457200" indent="-457200" algn="just">
              <a:buFont typeface="+mj-lt"/>
              <a:buAutoNum type="arabicPeriod"/>
            </a:pPr>
            <a:r>
              <a:rPr lang="es-ES" sz="2200" b="1" i="1" dirty="0" err="1"/>
              <a:t>Headers</a:t>
            </a:r>
            <a:r>
              <a:rPr lang="es-ES" sz="2200" dirty="0"/>
              <a:t>: Información sobre el tipo de datos retornados.</a:t>
            </a:r>
          </a:p>
          <a:p>
            <a:pPr marL="457200" indent="-457200" algn="just">
              <a:buFont typeface="+mj-lt"/>
              <a:buAutoNum type="arabicPeriod"/>
            </a:pPr>
            <a:r>
              <a:rPr lang="es-ES" sz="2200" b="1" i="1" dirty="0" err="1"/>
              <a:t>Body</a:t>
            </a:r>
            <a:r>
              <a:rPr lang="es-ES" sz="2200" dirty="0"/>
              <a:t>: Contiene los datos solicitados o mensajes de error. Generalmente en formato JSON.</a:t>
            </a:r>
          </a:p>
        </p:txBody>
      </p:sp>
    </p:spTree>
    <p:extLst>
      <p:ext uri="{BB962C8B-B14F-4D97-AF65-F5344CB8AC3E}">
        <p14:creationId xmlns:p14="http://schemas.microsoft.com/office/powerpoint/2010/main" val="41874963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16EE8-1F12-BDFF-9921-3C1A95028CDC}"/>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0D41D034-2338-A036-A211-CD205258C219}"/>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EB65FB65-55C3-00F8-D7E7-F1DFEC06297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360A97B3-39FA-52A7-B198-7009258739BC}"/>
              </a:ext>
            </a:extLst>
          </p:cNvPr>
          <p:cNvSpPr txBox="1"/>
          <p:nvPr/>
        </p:nvSpPr>
        <p:spPr>
          <a:xfrm>
            <a:off x="991816" y="1695125"/>
            <a:ext cx="10720808" cy="5109091"/>
          </a:xfrm>
          <a:prstGeom prst="rect">
            <a:avLst/>
          </a:prstGeom>
          <a:noFill/>
        </p:spPr>
        <p:txBody>
          <a:bodyPr wrap="square">
            <a:spAutoFit/>
          </a:bodyPr>
          <a:lstStyle/>
          <a:p>
            <a:r>
              <a:rPr lang="es-ES" sz="2400" b="1" dirty="0"/>
              <a:t>Estructura Técnica de una API</a:t>
            </a:r>
          </a:p>
          <a:p>
            <a:pPr algn="just"/>
            <a:endParaRPr lang="es-ES" sz="2200" dirty="0"/>
          </a:p>
          <a:p>
            <a:r>
              <a:rPr lang="es-ES" sz="2000" b="1" dirty="0"/>
              <a:t>Tipos de Peticiones HTTP en </a:t>
            </a:r>
            <a:r>
              <a:rPr lang="es-ES" sz="2000" b="1" dirty="0" err="1"/>
              <a:t>APIs</a:t>
            </a:r>
            <a:endParaRPr lang="es-ES" sz="2000" b="1" dirty="0"/>
          </a:p>
          <a:p>
            <a:endParaRPr lang="es-ES" sz="2000" b="1" dirty="0"/>
          </a:p>
          <a:p>
            <a:r>
              <a:rPr lang="es-ES" sz="2000" b="1" dirty="0"/>
              <a:t>GET: </a:t>
            </a:r>
            <a:r>
              <a:rPr lang="es-ES" sz="2000" dirty="0"/>
              <a:t>Se usa para obtener datos.</a:t>
            </a:r>
          </a:p>
          <a:p>
            <a:r>
              <a:rPr lang="es-ES" sz="2000" b="1" dirty="0"/>
              <a:t>Ejemplo: </a:t>
            </a:r>
            <a:r>
              <a:rPr lang="es-ES" sz="2000" b="1" dirty="0">
                <a:hlinkClick r:id="rId3"/>
              </a:rPr>
              <a:t>http://localhost:8000/api/products</a:t>
            </a:r>
            <a:r>
              <a:rPr lang="es-ES" sz="2000" b="1" dirty="0"/>
              <a:t> (</a:t>
            </a:r>
            <a:r>
              <a:rPr lang="es-ES" sz="2000" dirty="0"/>
              <a:t>Devuelve una lista de productos)</a:t>
            </a:r>
            <a:r>
              <a:rPr lang="es-ES" sz="2000" b="1" dirty="0"/>
              <a:t>.</a:t>
            </a:r>
          </a:p>
          <a:p>
            <a:endParaRPr lang="es-ES" sz="2000" b="1" dirty="0"/>
          </a:p>
          <a:p>
            <a:r>
              <a:rPr lang="es-ES" sz="2000" b="1" dirty="0"/>
              <a:t>POST: </a:t>
            </a:r>
            <a:r>
              <a:rPr lang="es-ES" sz="2000" dirty="0"/>
              <a:t>se usa para enviar datos.</a:t>
            </a:r>
          </a:p>
          <a:p>
            <a:r>
              <a:rPr lang="es-ES" sz="2000" b="1" dirty="0"/>
              <a:t>Ejemplo: </a:t>
            </a:r>
            <a:r>
              <a:rPr lang="es-ES" sz="2000" b="1" dirty="0">
                <a:hlinkClick r:id="rId3"/>
              </a:rPr>
              <a:t>http://localhost:8000/api/products</a:t>
            </a:r>
            <a:r>
              <a:rPr lang="es-ES" sz="2000" b="1" dirty="0"/>
              <a:t> </a:t>
            </a:r>
            <a:r>
              <a:rPr lang="es-ES" sz="2000" dirty="0"/>
              <a:t>(Recibe un JSON y retorna una respuesta).</a:t>
            </a:r>
          </a:p>
          <a:p>
            <a:endParaRPr lang="es-ES" sz="2000" dirty="0"/>
          </a:p>
          <a:p>
            <a:r>
              <a:rPr lang="en-US" sz="2000" dirty="0"/>
              <a:t>Body: {</a:t>
            </a:r>
          </a:p>
          <a:p>
            <a:r>
              <a:rPr lang="en-US" sz="2000" dirty="0"/>
              <a:t>  "name": "Juan",</a:t>
            </a:r>
          </a:p>
          <a:p>
            <a:r>
              <a:rPr lang="en-US" sz="2000" dirty="0"/>
              <a:t>  "email": "juan@example.com"</a:t>
            </a:r>
          </a:p>
          <a:p>
            <a:r>
              <a:rPr lang="en-US" sz="2000" dirty="0"/>
              <a:t>}</a:t>
            </a:r>
          </a:p>
          <a:p>
            <a:endParaRPr lang="es-ES" sz="2000" dirty="0"/>
          </a:p>
          <a:p>
            <a:endParaRPr lang="es-ES" sz="2000" dirty="0"/>
          </a:p>
        </p:txBody>
      </p:sp>
    </p:spTree>
    <p:extLst>
      <p:ext uri="{BB962C8B-B14F-4D97-AF65-F5344CB8AC3E}">
        <p14:creationId xmlns:p14="http://schemas.microsoft.com/office/powerpoint/2010/main" val="38097910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A36E-43CB-208D-1526-6C694E9EB65F}"/>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D0B2E10A-C711-9EB5-568F-B1C0DA01C81E}"/>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0039418A-A5C4-6275-E819-83384BDD56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D6DD1AF3-62C7-85AE-2369-EB318744951F}"/>
              </a:ext>
            </a:extLst>
          </p:cNvPr>
          <p:cNvSpPr txBox="1"/>
          <p:nvPr/>
        </p:nvSpPr>
        <p:spPr>
          <a:xfrm>
            <a:off x="991816" y="1695125"/>
            <a:ext cx="10720808" cy="3877985"/>
          </a:xfrm>
          <a:prstGeom prst="rect">
            <a:avLst/>
          </a:prstGeom>
          <a:noFill/>
        </p:spPr>
        <p:txBody>
          <a:bodyPr wrap="square">
            <a:spAutoFit/>
          </a:bodyPr>
          <a:lstStyle/>
          <a:p>
            <a:r>
              <a:rPr lang="es-ES" sz="2400" b="1" dirty="0"/>
              <a:t>Estructura Técnica de una API</a:t>
            </a:r>
          </a:p>
          <a:p>
            <a:pPr algn="just"/>
            <a:endParaRPr lang="es-ES" sz="2200" dirty="0"/>
          </a:p>
          <a:p>
            <a:r>
              <a:rPr lang="es-ES" sz="2000" b="1" dirty="0"/>
              <a:t>Tipos de Peticiones HTTP en </a:t>
            </a:r>
            <a:r>
              <a:rPr lang="es-ES" sz="2000" b="1" dirty="0" err="1"/>
              <a:t>APIs</a:t>
            </a:r>
            <a:endParaRPr lang="es-ES" sz="2000" b="1" dirty="0"/>
          </a:p>
          <a:p>
            <a:endParaRPr lang="es-ES" sz="2000" b="1" dirty="0"/>
          </a:p>
          <a:p>
            <a:r>
              <a:rPr lang="es-ES" sz="2000" b="1" dirty="0"/>
              <a:t>PUT: </a:t>
            </a:r>
            <a:r>
              <a:rPr lang="es-ES" sz="2000" dirty="0"/>
              <a:t>Se usa para actualizar datos.</a:t>
            </a:r>
          </a:p>
          <a:p>
            <a:r>
              <a:rPr lang="es-ES" sz="2000" b="1" dirty="0"/>
              <a:t>Ejemplo: </a:t>
            </a:r>
            <a:r>
              <a:rPr lang="es-ES" sz="2000" b="1" dirty="0">
                <a:solidFill>
                  <a:srgbClr val="6B9F25"/>
                </a:solidFill>
                <a:hlinkClick r:id="rId3"/>
              </a:rPr>
              <a:t>http://localhost:8000/api/product</a:t>
            </a:r>
            <a:r>
              <a:rPr lang="es-ES" sz="2000" b="1" u="sng" dirty="0">
                <a:solidFill>
                  <a:srgbClr val="809834"/>
                </a:solidFill>
                <a:hlinkClick r:id="rId3"/>
              </a:rPr>
              <a:t>s/1</a:t>
            </a:r>
            <a:r>
              <a:rPr lang="es-ES" sz="2000" b="1" dirty="0">
                <a:solidFill>
                  <a:srgbClr val="809834"/>
                </a:solidFill>
              </a:rPr>
              <a:t> </a:t>
            </a:r>
            <a:r>
              <a:rPr lang="es-ES" sz="2000" b="1" dirty="0"/>
              <a:t>(</a:t>
            </a:r>
            <a:r>
              <a:rPr lang="es-ES" sz="2000" dirty="0"/>
              <a:t>Recibe un JSON y retorna una respuesta)</a:t>
            </a:r>
            <a:r>
              <a:rPr lang="es-ES" sz="2000" b="1" dirty="0"/>
              <a:t>.</a:t>
            </a:r>
          </a:p>
          <a:p>
            <a:endParaRPr lang="es-ES" sz="2000" b="1" dirty="0"/>
          </a:p>
          <a:p>
            <a:r>
              <a:rPr lang="es-CO" sz="2000" b="1" dirty="0" err="1"/>
              <a:t>Body</a:t>
            </a:r>
            <a:r>
              <a:rPr lang="es-CO" sz="2000" b="1" dirty="0"/>
              <a:t>: </a:t>
            </a:r>
            <a:r>
              <a:rPr lang="es-CO" sz="2000" dirty="0"/>
              <a:t>{ "</a:t>
            </a:r>
            <a:r>
              <a:rPr lang="es-CO" sz="2000" dirty="0" err="1"/>
              <a:t>name</a:t>
            </a:r>
            <a:r>
              <a:rPr lang="es-CO" sz="2000" dirty="0"/>
              <a:t>": "Juan Actualizado" }</a:t>
            </a:r>
            <a:endParaRPr lang="es-ES" sz="2000" b="1" dirty="0"/>
          </a:p>
          <a:p>
            <a:endParaRPr lang="es-ES" sz="2000" b="1" dirty="0"/>
          </a:p>
          <a:p>
            <a:r>
              <a:rPr lang="es-ES" sz="2000" b="1" dirty="0"/>
              <a:t>DELETE: </a:t>
            </a:r>
            <a:r>
              <a:rPr lang="es-ES" sz="2000" dirty="0"/>
              <a:t>se usa para eliminar datos.</a:t>
            </a:r>
          </a:p>
          <a:p>
            <a:r>
              <a:rPr lang="es-ES" sz="2000" b="1" dirty="0"/>
              <a:t>Ejemplo: </a:t>
            </a:r>
            <a:r>
              <a:rPr lang="es-ES" sz="2000" b="1" dirty="0">
                <a:solidFill>
                  <a:srgbClr val="6B9F25"/>
                </a:solidFill>
                <a:hlinkClick r:id="rId3"/>
              </a:rPr>
              <a:t>http://localhost:8000/api/product</a:t>
            </a:r>
            <a:r>
              <a:rPr lang="es-ES" sz="2000" b="1" u="sng" dirty="0">
                <a:solidFill>
                  <a:srgbClr val="809834"/>
                </a:solidFill>
                <a:hlinkClick r:id="rId3"/>
              </a:rPr>
              <a:t>s/1</a:t>
            </a:r>
            <a:r>
              <a:rPr lang="es-ES" sz="2000" b="1" dirty="0"/>
              <a:t> </a:t>
            </a:r>
            <a:r>
              <a:rPr lang="es-ES" sz="2000" dirty="0"/>
              <a:t>(Retorna una respuesta).</a:t>
            </a:r>
          </a:p>
          <a:p>
            <a:endParaRPr lang="es-ES" sz="2000" dirty="0"/>
          </a:p>
        </p:txBody>
      </p:sp>
    </p:spTree>
    <p:extLst>
      <p:ext uri="{BB962C8B-B14F-4D97-AF65-F5344CB8AC3E}">
        <p14:creationId xmlns:p14="http://schemas.microsoft.com/office/powerpoint/2010/main" val="1859535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2B367-B3FD-86C3-1DC6-5826B94470CB}"/>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F0FC6B2F-42DD-8F5A-8B41-E9E691E24F98}"/>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B82D20ED-9C19-701B-5DC0-970ECB7558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5B767F98-7735-7609-3EEB-26EB68F8CD94}"/>
              </a:ext>
            </a:extLst>
          </p:cNvPr>
          <p:cNvSpPr txBox="1"/>
          <p:nvPr/>
        </p:nvSpPr>
        <p:spPr>
          <a:xfrm>
            <a:off x="991816" y="1695125"/>
            <a:ext cx="10720808" cy="5139869"/>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r>
              <a:rPr lang="es-ES" sz="2000" dirty="0"/>
              <a:t>En Laravel, </a:t>
            </a:r>
            <a:r>
              <a:rPr lang="es-ES" sz="2000" b="1" dirty="0"/>
              <a:t>controladores</a:t>
            </a:r>
            <a:r>
              <a:rPr lang="es-ES" sz="2000" dirty="0"/>
              <a:t>, </a:t>
            </a:r>
            <a:r>
              <a:rPr lang="es-ES" sz="2000" b="1" dirty="0"/>
              <a:t>modelos</a:t>
            </a:r>
            <a:r>
              <a:rPr lang="es-ES" sz="2000" dirty="0"/>
              <a:t> y </a:t>
            </a:r>
            <a:r>
              <a:rPr lang="es-ES" sz="2000" b="1" dirty="0"/>
              <a:t>rutas</a:t>
            </a:r>
            <a:r>
              <a:rPr lang="es-ES" sz="2000" dirty="0"/>
              <a:t> son los componentes principales que trabajan juntos para crear una API funcional. Estos elementos siguen el patrón </a:t>
            </a:r>
            <a:r>
              <a:rPr lang="es-ES" sz="2000" b="1" dirty="0"/>
              <a:t>MVC (Modelo-Vista-Controlador)</a:t>
            </a:r>
            <a:r>
              <a:rPr lang="es-ES" sz="2000" dirty="0"/>
              <a:t> y permiten una separación clara de responsabilidades en tu aplicación.</a:t>
            </a:r>
          </a:p>
          <a:p>
            <a:endParaRPr lang="es-ES" sz="2000" dirty="0"/>
          </a:p>
          <a:p>
            <a:pPr algn="just"/>
            <a:r>
              <a:rPr lang="es-ES" sz="2000" b="1" dirty="0"/>
              <a:t>Modelos: </a:t>
            </a:r>
            <a:r>
              <a:rPr lang="es-ES" sz="2000" dirty="0"/>
              <a:t>Un modelo en Laravel representa una tabla en la base de datos y permite interactuar con ella de manera sencilla. Proporciona acceso a los datos, aplicando lógica empresarial como validaciones o relaciones entre tablas.</a:t>
            </a:r>
          </a:p>
          <a:p>
            <a:pPr algn="just"/>
            <a:endParaRPr lang="es-ES" sz="2000" dirty="0"/>
          </a:p>
          <a:p>
            <a:pPr algn="just"/>
            <a:r>
              <a:rPr lang="es-ES" sz="2000" b="1" dirty="0"/>
              <a:t>Características principales: </a:t>
            </a:r>
          </a:p>
          <a:p>
            <a:pPr marL="342900" indent="-342900" algn="just">
              <a:buFont typeface="Arial" panose="020B0604020202020204" pitchFamily="34" charset="0"/>
              <a:buChar char="•"/>
            </a:pPr>
            <a:r>
              <a:rPr lang="es-ES" sz="2000" dirty="0"/>
              <a:t>Define la estructura y las relaciones de los datos.</a:t>
            </a:r>
          </a:p>
          <a:p>
            <a:pPr marL="342900" indent="-342900" algn="just">
              <a:buFont typeface="Arial" panose="020B0604020202020204" pitchFamily="34" charset="0"/>
              <a:buChar char="•"/>
            </a:pPr>
            <a:r>
              <a:rPr lang="es-ES" sz="2000" dirty="0"/>
              <a:t>Proporciona funciones para realizar consultas (</a:t>
            </a:r>
            <a:r>
              <a:rPr lang="es-ES" sz="2000" dirty="0" err="1"/>
              <a:t>find</a:t>
            </a:r>
            <a:r>
              <a:rPr lang="es-ES" sz="2000" dirty="0"/>
              <a:t>, </a:t>
            </a:r>
            <a:r>
              <a:rPr lang="es-ES" sz="2000" dirty="0" err="1"/>
              <a:t>where</a:t>
            </a:r>
            <a:r>
              <a:rPr lang="es-ES" sz="2000" dirty="0"/>
              <a:t>, </a:t>
            </a:r>
            <a:r>
              <a:rPr lang="es-ES" sz="2000" dirty="0" err="1"/>
              <a:t>all</a:t>
            </a:r>
            <a:r>
              <a:rPr lang="es-ES" sz="2000" dirty="0"/>
              <a:t>, entre otras). </a:t>
            </a:r>
          </a:p>
          <a:p>
            <a:pPr marL="342900" indent="-342900" algn="just">
              <a:buFont typeface="Arial" panose="020B0604020202020204" pitchFamily="34" charset="0"/>
              <a:buChar char="•"/>
            </a:pPr>
            <a:r>
              <a:rPr lang="es-ES" sz="2000" dirty="0"/>
              <a:t>Utiliza </a:t>
            </a:r>
            <a:r>
              <a:rPr lang="es-ES" sz="2000" dirty="0" err="1"/>
              <a:t>Eloquent</a:t>
            </a:r>
            <a:r>
              <a:rPr lang="es-ES" sz="2000" dirty="0"/>
              <a:t>, el ORM (</a:t>
            </a:r>
            <a:r>
              <a:rPr lang="es-ES" sz="2000" dirty="0" err="1"/>
              <a:t>Object-Relational</a:t>
            </a:r>
            <a:r>
              <a:rPr lang="es-ES" sz="2000" dirty="0"/>
              <a:t> </a:t>
            </a:r>
            <a:r>
              <a:rPr lang="es-ES" sz="2000" dirty="0" err="1"/>
              <a:t>Mapping</a:t>
            </a:r>
            <a:r>
              <a:rPr lang="es-ES" sz="2000" dirty="0"/>
              <a:t>) de Laravel, para mapear tablas a clases PHP.</a:t>
            </a:r>
          </a:p>
          <a:p>
            <a:endParaRPr lang="es-ES" sz="2000" dirty="0"/>
          </a:p>
        </p:txBody>
      </p:sp>
    </p:spTree>
    <p:extLst>
      <p:ext uri="{BB962C8B-B14F-4D97-AF65-F5344CB8AC3E}">
        <p14:creationId xmlns:p14="http://schemas.microsoft.com/office/powerpoint/2010/main" val="17867510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A45EF-F1D4-CDDD-F4B3-96CD4813ED06}"/>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21067215-884B-B955-CA51-DECC10C63B8B}"/>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F52A6B77-C7DB-CBFF-3587-E288C83D4A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D742B7C6-5B4A-A5DC-C9D4-F5A882912286}"/>
              </a:ext>
            </a:extLst>
          </p:cNvPr>
          <p:cNvSpPr txBox="1"/>
          <p:nvPr/>
        </p:nvSpPr>
        <p:spPr>
          <a:xfrm>
            <a:off x="991816" y="1695125"/>
            <a:ext cx="10720808" cy="5863144"/>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r>
              <a:rPr lang="es-ES" sz="2000" b="1" dirty="0"/>
              <a:t>Modelos:</a:t>
            </a:r>
          </a:p>
          <a:p>
            <a:endParaRPr lang="es-ES" sz="1500" dirty="0"/>
          </a:p>
          <a:p>
            <a:r>
              <a:rPr lang="es-ES" dirty="0" err="1">
                <a:solidFill>
                  <a:schemeClr val="tx1">
                    <a:lumMod val="95000"/>
                    <a:lumOff val="5000"/>
                  </a:schemeClr>
                </a:solidFill>
              </a:rPr>
              <a:t>class</a:t>
            </a:r>
            <a:r>
              <a:rPr lang="es-ES" dirty="0">
                <a:solidFill>
                  <a:schemeClr val="tx1">
                    <a:lumMod val="95000"/>
                    <a:lumOff val="5000"/>
                  </a:schemeClr>
                </a:solidFill>
              </a:rPr>
              <a:t> </a:t>
            </a:r>
            <a:r>
              <a:rPr lang="es-ES" dirty="0" err="1">
                <a:solidFill>
                  <a:schemeClr val="tx1">
                    <a:lumMod val="95000"/>
                    <a:lumOff val="5000"/>
                  </a:schemeClr>
                </a:solidFill>
              </a:rPr>
              <a:t>User</a:t>
            </a:r>
            <a:r>
              <a:rPr lang="es-ES" dirty="0">
                <a:solidFill>
                  <a:schemeClr val="tx1">
                    <a:lumMod val="95000"/>
                    <a:lumOff val="5000"/>
                  </a:schemeClr>
                </a:solidFill>
              </a:rPr>
              <a:t> </a:t>
            </a:r>
            <a:r>
              <a:rPr lang="es-ES" dirty="0" err="1">
                <a:solidFill>
                  <a:schemeClr val="tx1">
                    <a:lumMod val="95000"/>
                    <a:lumOff val="5000"/>
                  </a:schemeClr>
                </a:solidFill>
              </a:rPr>
              <a:t>extends</a:t>
            </a:r>
            <a:r>
              <a:rPr lang="es-ES" dirty="0">
                <a:solidFill>
                  <a:schemeClr val="tx1">
                    <a:lumMod val="95000"/>
                    <a:lumOff val="5000"/>
                  </a:schemeClr>
                </a:solidFill>
              </a:rPr>
              <a:t> </a:t>
            </a:r>
            <a:r>
              <a:rPr lang="es-ES" dirty="0" err="1">
                <a:solidFill>
                  <a:schemeClr val="tx1">
                    <a:lumMod val="95000"/>
                    <a:lumOff val="5000"/>
                  </a:schemeClr>
                </a:solidFill>
              </a:rPr>
              <a:t>Model</a:t>
            </a:r>
            <a:endParaRPr lang="es-ES" dirty="0">
              <a:solidFill>
                <a:schemeClr val="tx1">
                  <a:lumMod val="95000"/>
                  <a:lumOff val="5000"/>
                </a:schemeClr>
              </a:solidFill>
            </a:endParaRPr>
          </a:p>
          <a:p>
            <a:r>
              <a:rPr lang="es-ES" dirty="0">
                <a:solidFill>
                  <a:schemeClr val="tx1">
                    <a:lumMod val="95000"/>
                    <a:lumOff val="5000"/>
                  </a:schemeClr>
                </a:solidFill>
              </a:rPr>
              <a:t>{</a:t>
            </a:r>
          </a:p>
          <a:p>
            <a:r>
              <a:rPr lang="es-ES" dirty="0">
                <a:solidFill>
                  <a:schemeClr val="accent1">
                    <a:lumMod val="75000"/>
                  </a:schemeClr>
                </a:solidFill>
              </a:rPr>
              <a:t>    // Especificar la tabla asociada (opcional si el nombre sigue la convención)</a:t>
            </a:r>
          </a:p>
          <a:p>
            <a:r>
              <a:rPr lang="es-ES" dirty="0">
                <a:solidFill>
                  <a:schemeClr val="accent1">
                    <a:lumMod val="75000"/>
                  </a:schemeClr>
                </a:solidFill>
              </a:rPr>
              <a:t>    </a:t>
            </a:r>
            <a:r>
              <a:rPr lang="es-ES" dirty="0" err="1">
                <a:solidFill>
                  <a:schemeClr val="accent1">
                    <a:lumMod val="75000"/>
                  </a:schemeClr>
                </a:solidFill>
              </a:rPr>
              <a:t>protected</a:t>
            </a:r>
            <a:r>
              <a:rPr lang="es-ES" dirty="0">
                <a:solidFill>
                  <a:schemeClr val="accent1">
                    <a:lumMod val="75000"/>
                  </a:schemeClr>
                </a:solidFill>
              </a:rPr>
              <a:t> $table = '</a:t>
            </a:r>
            <a:r>
              <a:rPr lang="es-ES" dirty="0" err="1">
                <a:solidFill>
                  <a:schemeClr val="accent1">
                    <a:lumMod val="75000"/>
                  </a:schemeClr>
                </a:solidFill>
              </a:rPr>
              <a:t>users</a:t>
            </a:r>
            <a:r>
              <a:rPr lang="es-ES" dirty="0">
                <a:solidFill>
                  <a:schemeClr val="accent1">
                    <a:lumMod val="75000"/>
                  </a:schemeClr>
                </a:solidFill>
              </a:rPr>
              <a:t>';</a:t>
            </a:r>
          </a:p>
          <a:p>
            <a:endParaRPr lang="es-ES" dirty="0">
              <a:solidFill>
                <a:schemeClr val="accent1">
                  <a:lumMod val="75000"/>
                </a:schemeClr>
              </a:solidFill>
            </a:endParaRPr>
          </a:p>
          <a:p>
            <a:r>
              <a:rPr lang="es-ES" dirty="0">
                <a:solidFill>
                  <a:schemeClr val="accent1">
                    <a:lumMod val="75000"/>
                  </a:schemeClr>
                </a:solidFill>
              </a:rPr>
              <a:t>    // Permitir la asignación masiva de estos campos</a:t>
            </a:r>
          </a:p>
          <a:p>
            <a:r>
              <a:rPr lang="es-ES" dirty="0">
                <a:solidFill>
                  <a:schemeClr val="accent1">
                    <a:lumMod val="75000"/>
                  </a:schemeClr>
                </a:solidFill>
              </a:rPr>
              <a:t>    </a:t>
            </a:r>
            <a:r>
              <a:rPr lang="es-ES" dirty="0" err="1">
                <a:solidFill>
                  <a:schemeClr val="accent1">
                    <a:lumMod val="75000"/>
                  </a:schemeClr>
                </a:solidFill>
              </a:rPr>
              <a:t>protected</a:t>
            </a:r>
            <a:r>
              <a:rPr lang="es-ES" dirty="0">
                <a:solidFill>
                  <a:schemeClr val="accent1">
                    <a:lumMod val="75000"/>
                  </a:schemeClr>
                </a:solidFill>
              </a:rPr>
              <a:t> $</a:t>
            </a:r>
            <a:r>
              <a:rPr lang="es-ES" dirty="0" err="1">
                <a:solidFill>
                  <a:schemeClr val="accent1">
                    <a:lumMod val="75000"/>
                  </a:schemeClr>
                </a:solidFill>
              </a:rPr>
              <a:t>fillable</a:t>
            </a:r>
            <a:r>
              <a:rPr lang="es-ES" dirty="0">
                <a:solidFill>
                  <a:schemeClr val="accent1">
                    <a:lumMod val="75000"/>
                  </a:schemeClr>
                </a:solidFill>
              </a:rPr>
              <a:t> = ['</a:t>
            </a:r>
            <a:r>
              <a:rPr lang="es-ES" dirty="0" err="1">
                <a:solidFill>
                  <a:schemeClr val="accent1">
                    <a:lumMod val="75000"/>
                  </a:schemeClr>
                </a:solidFill>
              </a:rPr>
              <a:t>name</a:t>
            </a:r>
            <a:r>
              <a:rPr lang="es-ES" dirty="0">
                <a:solidFill>
                  <a:schemeClr val="accent1">
                    <a:lumMod val="75000"/>
                  </a:schemeClr>
                </a:solidFill>
              </a:rPr>
              <a:t>', 'email', '</a:t>
            </a:r>
            <a:r>
              <a:rPr lang="es-ES" dirty="0" err="1">
                <a:solidFill>
                  <a:schemeClr val="accent1">
                    <a:lumMod val="75000"/>
                  </a:schemeClr>
                </a:solidFill>
              </a:rPr>
              <a:t>password</a:t>
            </a:r>
            <a:r>
              <a:rPr lang="es-ES" dirty="0">
                <a:solidFill>
                  <a:schemeClr val="accent1">
                    <a:lumMod val="75000"/>
                  </a:schemeClr>
                </a:solidFill>
              </a:rPr>
              <a:t>'];</a:t>
            </a:r>
          </a:p>
          <a:p>
            <a:endParaRPr lang="es-ES" dirty="0"/>
          </a:p>
          <a:p>
            <a:r>
              <a:rPr lang="es-ES" dirty="0">
                <a:solidFill>
                  <a:schemeClr val="accent3">
                    <a:lumMod val="60000"/>
                    <a:lumOff val="40000"/>
                  </a:schemeClr>
                </a:solidFill>
              </a:rPr>
              <a:t>    // Definir relaciones, por ejemplo, un usuario tiene muchos posts</a:t>
            </a:r>
          </a:p>
          <a:p>
            <a:r>
              <a:rPr lang="es-ES" dirty="0">
                <a:solidFill>
                  <a:schemeClr val="accent3">
                    <a:lumMod val="60000"/>
                    <a:lumOff val="40000"/>
                  </a:schemeClr>
                </a:solidFill>
              </a:rPr>
              <a:t>    </a:t>
            </a:r>
            <a:r>
              <a:rPr lang="es-ES" dirty="0" err="1">
                <a:solidFill>
                  <a:schemeClr val="accent3">
                    <a:lumMod val="60000"/>
                    <a:lumOff val="40000"/>
                  </a:schemeClr>
                </a:solidFill>
              </a:rPr>
              <a:t>public</a:t>
            </a:r>
            <a:r>
              <a:rPr lang="es-ES" dirty="0">
                <a:solidFill>
                  <a:schemeClr val="accent3">
                    <a:lumMod val="60000"/>
                    <a:lumOff val="40000"/>
                  </a:schemeClr>
                </a:solidFill>
              </a:rPr>
              <a:t> </a:t>
            </a:r>
            <a:r>
              <a:rPr lang="es-ES" dirty="0" err="1">
                <a:solidFill>
                  <a:schemeClr val="accent3">
                    <a:lumMod val="60000"/>
                    <a:lumOff val="40000"/>
                  </a:schemeClr>
                </a:solidFill>
              </a:rPr>
              <a:t>function</a:t>
            </a:r>
            <a:r>
              <a:rPr lang="es-ES" dirty="0">
                <a:solidFill>
                  <a:schemeClr val="accent3">
                    <a:lumMod val="60000"/>
                    <a:lumOff val="40000"/>
                  </a:schemeClr>
                </a:solidFill>
              </a:rPr>
              <a:t> posts()</a:t>
            </a:r>
          </a:p>
          <a:p>
            <a:r>
              <a:rPr lang="es-ES" dirty="0">
                <a:solidFill>
                  <a:schemeClr val="accent3">
                    <a:lumMod val="60000"/>
                    <a:lumOff val="40000"/>
                  </a:schemeClr>
                </a:solidFill>
              </a:rPr>
              <a:t>    {</a:t>
            </a:r>
          </a:p>
          <a:p>
            <a:r>
              <a:rPr lang="es-ES" dirty="0">
                <a:solidFill>
                  <a:schemeClr val="accent3">
                    <a:lumMod val="60000"/>
                    <a:lumOff val="40000"/>
                  </a:schemeClr>
                </a:solidFill>
              </a:rPr>
              <a:t>        </a:t>
            </a:r>
            <a:r>
              <a:rPr lang="es-ES" dirty="0" err="1">
                <a:solidFill>
                  <a:schemeClr val="accent3">
                    <a:lumMod val="60000"/>
                    <a:lumOff val="40000"/>
                  </a:schemeClr>
                </a:solidFill>
              </a:rPr>
              <a:t>return</a:t>
            </a:r>
            <a:r>
              <a:rPr lang="es-ES" dirty="0">
                <a:solidFill>
                  <a:schemeClr val="accent3">
                    <a:lumMod val="60000"/>
                    <a:lumOff val="40000"/>
                  </a:schemeClr>
                </a:solidFill>
              </a:rPr>
              <a:t> $</a:t>
            </a:r>
            <a:r>
              <a:rPr lang="es-ES" dirty="0" err="1">
                <a:solidFill>
                  <a:schemeClr val="accent3">
                    <a:lumMod val="60000"/>
                    <a:lumOff val="40000"/>
                  </a:schemeClr>
                </a:solidFill>
              </a:rPr>
              <a:t>this</a:t>
            </a:r>
            <a:r>
              <a:rPr lang="es-ES" dirty="0">
                <a:solidFill>
                  <a:schemeClr val="accent3">
                    <a:lumMod val="60000"/>
                    <a:lumOff val="40000"/>
                  </a:schemeClr>
                </a:solidFill>
              </a:rPr>
              <a:t>-&gt;</a:t>
            </a:r>
            <a:r>
              <a:rPr lang="es-ES" dirty="0" err="1">
                <a:solidFill>
                  <a:schemeClr val="accent3">
                    <a:lumMod val="60000"/>
                    <a:lumOff val="40000"/>
                  </a:schemeClr>
                </a:solidFill>
              </a:rPr>
              <a:t>hasMany</a:t>
            </a:r>
            <a:r>
              <a:rPr lang="es-ES" dirty="0">
                <a:solidFill>
                  <a:schemeClr val="accent3">
                    <a:lumMod val="60000"/>
                    <a:lumOff val="40000"/>
                  </a:schemeClr>
                </a:solidFill>
              </a:rPr>
              <a:t>(Post::</a:t>
            </a:r>
            <a:r>
              <a:rPr lang="es-ES" dirty="0" err="1">
                <a:solidFill>
                  <a:schemeClr val="accent3">
                    <a:lumMod val="60000"/>
                    <a:lumOff val="40000"/>
                  </a:schemeClr>
                </a:solidFill>
              </a:rPr>
              <a:t>class</a:t>
            </a:r>
            <a:r>
              <a:rPr lang="es-ES" dirty="0">
                <a:solidFill>
                  <a:schemeClr val="accent3">
                    <a:lumMod val="60000"/>
                    <a:lumOff val="40000"/>
                  </a:schemeClr>
                </a:solidFill>
              </a:rPr>
              <a:t>);</a:t>
            </a:r>
          </a:p>
          <a:p>
            <a:r>
              <a:rPr lang="es-ES" dirty="0">
                <a:solidFill>
                  <a:schemeClr val="accent3">
                    <a:lumMod val="60000"/>
                    <a:lumOff val="40000"/>
                  </a:schemeClr>
                </a:solidFill>
              </a:rPr>
              <a:t>    }</a:t>
            </a:r>
          </a:p>
          <a:p>
            <a:r>
              <a:rPr lang="es-ES" dirty="0">
                <a:solidFill>
                  <a:schemeClr val="tx1">
                    <a:lumMod val="95000"/>
                    <a:lumOff val="5000"/>
                  </a:schemeClr>
                </a:solidFill>
              </a:rPr>
              <a:t>}</a:t>
            </a:r>
          </a:p>
          <a:p>
            <a:endParaRPr lang="es-ES" sz="2000" dirty="0"/>
          </a:p>
          <a:p>
            <a:endParaRPr lang="es-ES" sz="2000" dirty="0"/>
          </a:p>
        </p:txBody>
      </p:sp>
    </p:spTree>
    <p:extLst>
      <p:ext uri="{BB962C8B-B14F-4D97-AF65-F5344CB8AC3E}">
        <p14:creationId xmlns:p14="http://schemas.microsoft.com/office/powerpoint/2010/main" val="18881832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E3E0-13F2-37F7-6246-A96F9BD71C8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F2D6BDF8-24EC-7EDF-EAFC-A6121549DA74}"/>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14C6911B-9979-A143-6E74-E8B3B90D6E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7DD9CF73-4560-DFB8-2332-105B5E786E5B}"/>
              </a:ext>
            </a:extLst>
          </p:cNvPr>
          <p:cNvSpPr txBox="1"/>
          <p:nvPr/>
        </p:nvSpPr>
        <p:spPr>
          <a:xfrm>
            <a:off x="991816" y="1695125"/>
            <a:ext cx="10720808" cy="3908762"/>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pPr algn="just"/>
            <a:r>
              <a:rPr lang="es-ES" sz="2000" b="1" dirty="0"/>
              <a:t>Rutas: </a:t>
            </a:r>
            <a:r>
              <a:rPr lang="es-ES" sz="2000" dirty="0"/>
              <a:t>Las rutas son las que definen cómo las solicitudes HTTP (GET, POST, PUT, DELETE) se manejan en tu aplicación y se asocian a un controlador.</a:t>
            </a:r>
          </a:p>
          <a:p>
            <a:pPr algn="just"/>
            <a:endParaRPr lang="es-ES" sz="2000" dirty="0"/>
          </a:p>
          <a:p>
            <a:pPr algn="just"/>
            <a:r>
              <a:rPr lang="es-ES" sz="2000" b="1" dirty="0"/>
              <a:t>Características principales: </a:t>
            </a:r>
          </a:p>
          <a:p>
            <a:pPr algn="just"/>
            <a:endParaRPr lang="es-ES" sz="2000" b="1" dirty="0"/>
          </a:p>
          <a:p>
            <a:pPr marL="342900" indent="-342900" algn="just">
              <a:buFont typeface="Arial" panose="020B0604020202020204" pitchFamily="34" charset="0"/>
              <a:buChar char="•"/>
            </a:pPr>
            <a:r>
              <a:rPr lang="es-ES" sz="2000" dirty="0"/>
              <a:t>Se definen en archivos como </a:t>
            </a:r>
            <a:r>
              <a:rPr lang="es-ES" sz="2000" dirty="0" err="1"/>
              <a:t>routes</a:t>
            </a:r>
            <a:r>
              <a:rPr lang="es-ES" sz="2000" dirty="0"/>
              <a:t>/</a:t>
            </a:r>
            <a:r>
              <a:rPr lang="es-ES" sz="2000" dirty="0" err="1"/>
              <a:t>api.php</a:t>
            </a:r>
            <a:r>
              <a:rPr lang="es-ES" sz="2000" dirty="0"/>
              <a:t> o </a:t>
            </a:r>
            <a:r>
              <a:rPr lang="es-ES" sz="2000" dirty="0" err="1"/>
              <a:t>routes</a:t>
            </a:r>
            <a:r>
              <a:rPr lang="es-ES" sz="2000" dirty="0"/>
              <a:t>/</a:t>
            </a:r>
            <a:r>
              <a:rPr lang="es-ES" sz="2000" dirty="0" err="1"/>
              <a:t>web.php</a:t>
            </a:r>
            <a:r>
              <a:rPr lang="es-ES" sz="2000" dirty="0"/>
              <a:t>.</a:t>
            </a:r>
          </a:p>
          <a:p>
            <a:pPr marL="342900" indent="-342900" algn="just">
              <a:buFont typeface="Arial" panose="020B0604020202020204" pitchFamily="34" charset="0"/>
              <a:buChar char="•"/>
            </a:pPr>
            <a:r>
              <a:rPr lang="es-ES" sz="2000" dirty="0"/>
              <a:t>Especifican el </a:t>
            </a:r>
            <a:r>
              <a:rPr lang="es-ES" sz="2000" dirty="0" err="1"/>
              <a:t>endpoint</a:t>
            </a:r>
            <a:r>
              <a:rPr lang="es-ES" sz="2000" dirty="0"/>
              <a:t> de la API y el método HTTP asociado.</a:t>
            </a:r>
          </a:p>
          <a:p>
            <a:pPr marL="342900" indent="-342900" algn="just">
              <a:buFont typeface="Arial" panose="020B0604020202020204" pitchFamily="34" charset="0"/>
              <a:buChar char="•"/>
            </a:pPr>
            <a:r>
              <a:rPr lang="es-ES" sz="2000" dirty="0"/>
              <a:t>Pueden devolver directamente una respuesta o redirigir a un controlador</a:t>
            </a:r>
          </a:p>
          <a:p>
            <a:pPr marL="342900" indent="-342900" algn="just">
              <a:buFont typeface="Arial" panose="020B0604020202020204" pitchFamily="34" charset="0"/>
              <a:buChar char="•"/>
            </a:pPr>
            <a:endParaRPr lang="es-ES" sz="2000" dirty="0"/>
          </a:p>
          <a:p>
            <a:pPr marL="342900" indent="-342900" algn="just">
              <a:buFont typeface="Arial" panose="020B0604020202020204" pitchFamily="34" charset="0"/>
              <a:buChar char="•"/>
            </a:pPr>
            <a:endParaRPr lang="es-ES" sz="2000" dirty="0"/>
          </a:p>
        </p:txBody>
      </p:sp>
    </p:spTree>
    <p:extLst>
      <p:ext uri="{BB962C8B-B14F-4D97-AF65-F5344CB8AC3E}">
        <p14:creationId xmlns:p14="http://schemas.microsoft.com/office/powerpoint/2010/main" val="18794189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3B6D6-1A0D-9A37-5ED6-B6DD78DD9FCE}"/>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3C1A2654-14DE-C741-592A-A9ACAA60E60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726458B3-6AEB-CCC0-80AB-806196AC7A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BF8BED70-0A5C-9108-10E0-F854F9CDD69F}"/>
              </a:ext>
            </a:extLst>
          </p:cNvPr>
          <p:cNvSpPr txBox="1"/>
          <p:nvPr/>
        </p:nvSpPr>
        <p:spPr>
          <a:xfrm>
            <a:off x="1055440" y="1490687"/>
            <a:ext cx="10720808" cy="5924699"/>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r>
              <a:rPr lang="es-ES" sz="2000" b="1" dirty="0"/>
              <a:t>Rutas:</a:t>
            </a:r>
          </a:p>
          <a:p>
            <a:r>
              <a:rPr lang="es-ES" sz="1500" dirty="0"/>
              <a:t>// Importar el controlador</a:t>
            </a:r>
          </a:p>
          <a:p>
            <a:r>
              <a:rPr lang="es-ES" sz="1600" b="1" i="1" dirty="0"/>
              <a:t>use App\Http\</a:t>
            </a:r>
            <a:r>
              <a:rPr lang="es-ES" sz="1600" b="1" i="1" dirty="0" err="1"/>
              <a:t>Controllers</a:t>
            </a:r>
            <a:r>
              <a:rPr lang="es-ES" sz="1600" b="1" i="1" dirty="0"/>
              <a:t>\</a:t>
            </a:r>
            <a:r>
              <a:rPr lang="es-ES" sz="1600" b="1" i="1" dirty="0" err="1"/>
              <a:t>UserController</a:t>
            </a:r>
            <a:r>
              <a:rPr lang="es-ES" sz="1600" b="1" i="1" dirty="0"/>
              <a:t>;</a:t>
            </a:r>
          </a:p>
          <a:p>
            <a:endParaRPr lang="es-ES" sz="1600" dirty="0"/>
          </a:p>
          <a:p>
            <a:r>
              <a:rPr lang="es-ES" sz="1600" dirty="0"/>
              <a:t>// Ruta para obtener todos los usuarios, que apunta a un método llamado “</a:t>
            </a:r>
            <a:r>
              <a:rPr lang="es-ES" sz="1600" dirty="0" err="1">
                <a:solidFill>
                  <a:srgbClr val="0070C0"/>
                </a:solidFill>
              </a:rPr>
              <a:t>index</a:t>
            </a:r>
            <a:r>
              <a:rPr lang="es-ES" sz="1600" dirty="0"/>
              <a:t>” en la clase del controlador.</a:t>
            </a:r>
          </a:p>
          <a:p>
            <a:r>
              <a:rPr lang="es-ES" sz="1600" dirty="0" err="1">
                <a:solidFill>
                  <a:srgbClr val="00B050"/>
                </a:solidFill>
              </a:rPr>
              <a:t>Route</a:t>
            </a:r>
            <a:r>
              <a:rPr lang="es-ES" sz="1600" dirty="0"/>
              <a:t>::</a:t>
            </a:r>
            <a:r>
              <a:rPr lang="es-ES" sz="1600" dirty="0" err="1">
                <a:solidFill>
                  <a:schemeClr val="accent3">
                    <a:lumMod val="60000"/>
                    <a:lumOff val="40000"/>
                  </a:schemeClr>
                </a:solidFill>
              </a:rPr>
              <a:t>get</a:t>
            </a:r>
            <a:r>
              <a:rPr lang="es-ES" sz="1600" dirty="0"/>
              <a:t>('/</a:t>
            </a:r>
            <a:r>
              <a:rPr lang="es-ES" sz="1600" dirty="0" err="1">
                <a:solidFill>
                  <a:srgbClr val="FF0000"/>
                </a:solidFill>
              </a:rPr>
              <a:t>users</a:t>
            </a:r>
            <a:r>
              <a:rPr lang="es-ES" sz="1600" dirty="0"/>
              <a:t>', [</a:t>
            </a:r>
            <a:r>
              <a:rPr lang="es-ES" sz="1600" dirty="0" err="1">
                <a:solidFill>
                  <a:schemeClr val="accent1"/>
                </a:solidFill>
              </a:rPr>
              <a:t>UserController</a:t>
            </a:r>
            <a:r>
              <a:rPr lang="es-ES" sz="1600" dirty="0"/>
              <a:t>::</a:t>
            </a:r>
            <a:r>
              <a:rPr lang="es-ES" sz="1600" dirty="0" err="1"/>
              <a:t>class</a:t>
            </a:r>
            <a:r>
              <a:rPr lang="es-ES" sz="1600" dirty="0"/>
              <a:t>, </a:t>
            </a:r>
            <a:r>
              <a:rPr lang="es-ES" sz="1600" dirty="0">
                <a:solidFill>
                  <a:srgbClr val="0070C0"/>
                </a:solidFill>
              </a:rPr>
              <a:t>'</a:t>
            </a:r>
            <a:r>
              <a:rPr lang="es-ES" sz="1600" dirty="0" err="1">
                <a:solidFill>
                  <a:srgbClr val="0070C0"/>
                </a:solidFill>
              </a:rPr>
              <a:t>index</a:t>
            </a:r>
            <a:r>
              <a:rPr lang="es-ES" sz="1600" dirty="0"/>
              <a:t>']);</a:t>
            </a:r>
          </a:p>
          <a:p>
            <a:endParaRPr lang="es-ES" sz="1600" dirty="0"/>
          </a:p>
          <a:p>
            <a:r>
              <a:rPr lang="es-ES" sz="1600" dirty="0"/>
              <a:t>// Ruta para crear un usuario, que apunta a un método llamado “</a:t>
            </a:r>
            <a:r>
              <a:rPr lang="es-ES" sz="1600" dirty="0">
                <a:solidFill>
                  <a:srgbClr val="0070C0"/>
                </a:solidFill>
              </a:rPr>
              <a:t>store</a:t>
            </a:r>
            <a:r>
              <a:rPr lang="es-ES" sz="1600" dirty="0"/>
              <a:t>” en la clase del controlador. </a:t>
            </a:r>
          </a:p>
          <a:p>
            <a:r>
              <a:rPr lang="es-ES" sz="1600" dirty="0" err="1">
                <a:solidFill>
                  <a:srgbClr val="00B050"/>
                </a:solidFill>
              </a:rPr>
              <a:t>Route</a:t>
            </a:r>
            <a:r>
              <a:rPr lang="es-ES" sz="1600" dirty="0"/>
              <a:t>::</a:t>
            </a:r>
            <a:r>
              <a:rPr lang="es-ES" sz="1600" dirty="0">
                <a:solidFill>
                  <a:schemeClr val="accent3">
                    <a:lumMod val="60000"/>
                    <a:lumOff val="40000"/>
                  </a:schemeClr>
                </a:solidFill>
              </a:rPr>
              <a:t>post</a:t>
            </a:r>
            <a:r>
              <a:rPr lang="es-ES" sz="1600" dirty="0"/>
              <a:t>('/</a:t>
            </a:r>
            <a:r>
              <a:rPr lang="es-ES" sz="1600" dirty="0" err="1">
                <a:solidFill>
                  <a:srgbClr val="FF0000"/>
                </a:solidFill>
              </a:rPr>
              <a:t>users</a:t>
            </a:r>
            <a:r>
              <a:rPr lang="es-ES" sz="1600" dirty="0"/>
              <a:t>', [</a:t>
            </a:r>
            <a:r>
              <a:rPr lang="es-ES" sz="1600" dirty="0" err="1">
                <a:solidFill>
                  <a:schemeClr val="accent1"/>
                </a:solidFill>
              </a:rPr>
              <a:t>UserController</a:t>
            </a:r>
            <a:r>
              <a:rPr lang="es-ES" sz="1600" dirty="0"/>
              <a:t>::</a:t>
            </a:r>
            <a:r>
              <a:rPr lang="es-ES" sz="1600" dirty="0" err="1"/>
              <a:t>class</a:t>
            </a:r>
            <a:r>
              <a:rPr lang="es-ES" sz="1600" dirty="0"/>
              <a:t>, </a:t>
            </a:r>
            <a:r>
              <a:rPr lang="es-ES" sz="1600" dirty="0">
                <a:solidFill>
                  <a:srgbClr val="0070C0"/>
                </a:solidFill>
              </a:rPr>
              <a:t>'store</a:t>
            </a:r>
            <a:r>
              <a:rPr lang="es-ES" sz="1600" dirty="0"/>
              <a:t>']);</a:t>
            </a:r>
          </a:p>
          <a:p>
            <a:endParaRPr lang="es-ES" sz="1600" dirty="0"/>
          </a:p>
          <a:p>
            <a:r>
              <a:rPr lang="es-ES" sz="1600" dirty="0"/>
              <a:t>// Ruta para obtener un usuario específico, que apunta a un método llamado “</a:t>
            </a:r>
            <a:r>
              <a:rPr lang="es-ES" sz="1600" dirty="0">
                <a:solidFill>
                  <a:srgbClr val="0070C0"/>
                </a:solidFill>
              </a:rPr>
              <a:t>show</a:t>
            </a:r>
            <a:r>
              <a:rPr lang="es-ES" sz="1600" dirty="0"/>
              <a:t>” en la clase del controlador.</a:t>
            </a:r>
          </a:p>
          <a:p>
            <a:r>
              <a:rPr lang="es-ES" sz="1600" dirty="0" err="1">
                <a:solidFill>
                  <a:srgbClr val="00B050"/>
                </a:solidFill>
              </a:rPr>
              <a:t>Route</a:t>
            </a:r>
            <a:r>
              <a:rPr lang="es-ES" sz="1600" dirty="0"/>
              <a:t>::</a:t>
            </a:r>
            <a:r>
              <a:rPr lang="es-ES" sz="1600" dirty="0" err="1">
                <a:solidFill>
                  <a:schemeClr val="accent3">
                    <a:lumMod val="60000"/>
                    <a:lumOff val="40000"/>
                  </a:schemeClr>
                </a:solidFill>
              </a:rPr>
              <a:t>get</a:t>
            </a:r>
            <a:r>
              <a:rPr lang="es-ES" sz="1600" dirty="0"/>
              <a:t>('/</a:t>
            </a:r>
            <a:r>
              <a:rPr lang="es-ES" sz="1600" dirty="0" err="1">
                <a:solidFill>
                  <a:srgbClr val="FF0000"/>
                </a:solidFill>
              </a:rPr>
              <a:t>users</a:t>
            </a:r>
            <a:r>
              <a:rPr lang="es-ES" sz="1600" dirty="0"/>
              <a:t>/{id}', [</a:t>
            </a:r>
            <a:r>
              <a:rPr lang="es-ES" sz="1600" dirty="0" err="1">
                <a:solidFill>
                  <a:schemeClr val="accent1"/>
                </a:solidFill>
              </a:rPr>
              <a:t>UserController</a:t>
            </a:r>
            <a:r>
              <a:rPr lang="es-ES" sz="1600" dirty="0"/>
              <a:t>::</a:t>
            </a:r>
            <a:r>
              <a:rPr lang="es-ES" sz="1600" dirty="0" err="1"/>
              <a:t>class</a:t>
            </a:r>
            <a:r>
              <a:rPr lang="es-ES" sz="1600" dirty="0"/>
              <a:t>, </a:t>
            </a:r>
            <a:r>
              <a:rPr lang="es-ES" sz="1600" dirty="0">
                <a:solidFill>
                  <a:srgbClr val="0070C0"/>
                </a:solidFill>
              </a:rPr>
              <a:t>'show</a:t>
            </a:r>
            <a:r>
              <a:rPr lang="es-ES" sz="1600" dirty="0"/>
              <a:t>']);</a:t>
            </a:r>
          </a:p>
          <a:p>
            <a:endParaRPr lang="es-ES" sz="1600" dirty="0"/>
          </a:p>
          <a:p>
            <a:r>
              <a:rPr lang="es-ES" sz="1600" dirty="0"/>
              <a:t>// Ruta para actualizar un usuario, que apunta a un método llamado “</a:t>
            </a:r>
            <a:r>
              <a:rPr lang="es-ES" sz="1600" dirty="0" err="1">
                <a:solidFill>
                  <a:srgbClr val="0070C0"/>
                </a:solidFill>
              </a:rPr>
              <a:t>update</a:t>
            </a:r>
            <a:r>
              <a:rPr lang="es-ES" sz="1600" dirty="0"/>
              <a:t>” en la clase del controlador.</a:t>
            </a:r>
          </a:p>
          <a:p>
            <a:r>
              <a:rPr lang="es-ES" sz="1600" dirty="0" err="1">
                <a:solidFill>
                  <a:srgbClr val="00B050"/>
                </a:solidFill>
              </a:rPr>
              <a:t>Route</a:t>
            </a:r>
            <a:r>
              <a:rPr lang="es-ES" sz="1600" dirty="0"/>
              <a:t>::</a:t>
            </a:r>
            <a:r>
              <a:rPr lang="es-ES" sz="1600" dirty="0" err="1">
                <a:solidFill>
                  <a:schemeClr val="accent3">
                    <a:lumMod val="60000"/>
                    <a:lumOff val="40000"/>
                  </a:schemeClr>
                </a:solidFill>
              </a:rPr>
              <a:t>put</a:t>
            </a:r>
            <a:r>
              <a:rPr lang="es-ES" sz="1600" dirty="0"/>
              <a:t>('/</a:t>
            </a:r>
            <a:r>
              <a:rPr lang="es-ES" sz="1600" dirty="0" err="1">
                <a:solidFill>
                  <a:srgbClr val="FF0000"/>
                </a:solidFill>
              </a:rPr>
              <a:t>users</a:t>
            </a:r>
            <a:r>
              <a:rPr lang="es-ES" sz="1600" dirty="0"/>
              <a:t>/{id}', [</a:t>
            </a:r>
            <a:r>
              <a:rPr lang="es-ES" sz="1600" dirty="0" err="1">
                <a:solidFill>
                  <a:schemeClr val="accent1"/>
                </a:solidFill>
              </a:rPr>
              <a:t>UserController</a:t>
            </a:r>
            <a:r>
              <a:rPr lang="es-ES" sz="1600" dirty="0"/>
              <a:t>::</a:t>
            </a:r>
            <a:r>
              <a:rPr lang="es-ES" sz="1600" dirty="0" err="1"/>
              <a:t>class</a:t>
            </a:r>
            <a:r>
              <a:rPr lang="es-ES" sz="1600" dirty="0"/>
              <a:t>, </a:t>
            </a:r>
            <a:r>
              <a:rPr lang="es-ES" sz="1600" dirty="0">
                <a:solidFill>
                  <a:srgbClr val="0070C0"/>
                </a:solidFill>
              </a:rPr>
              <a:t>'</a:t>
            </a:r>
            <a:r>
              <a:rPr lang="es-ES" sz="1600" dirty="0" err="1">
                <a:solidFill>
                  <a:srgbClr val="0070C0"/>
                </a:solidFill>
              </a:rPr>
              <a:t>update</a:t>
            </a:r>
            <a:r>
              <a:rPr lang="es-ES" sz="1600" dirty="0"/>
              <a:t>']);</a:t>
            </a:r>
          </a:p>
          <a:p>
            <a:endParaRPr lang="es-ES" sz="1600" dirty="0"/>
          </a:p>
          <a:p>
            <a:r>
              <a:rPr lang="es-ES" sz="1600" dirty="0"/>
              <a:t>// Ruta para eliminar un usuario, que apunta a un método llamado “</a:t>
            </a:r>
            <a:r>
              <a:rPr lang="es-ES" sz="1600" dirty="0" err="1">
                <a:solidFill>
                  <a:srgbClr val="0070C0"/>
                </a:solidFill>
              </a:rPr>
              <a:t>destroy</a:t>
            </a:r>
            <a:r>
              <a:rPr lang="es-ES" sz="1600" dirty="0"/>
              <a:t>” en la clase del controlador.</a:t>
            </a:r>
          </a:p>
          <a:p>
            <a:r>
              <a:rPr lang="es-ES" sz="1600" dirty="0" err="1">
                <a:solidFill>
                  <a:srgbClr val="00B050"/>
                </a:solidFill>
              </a:rPr>
              <a:t>Route</a:t>
            </a:r>
            <a:r>
              <a:rPr lang="es-ES" sz="1600" dirty="0"/>
              <a:t>::</a:t>
            </a:r>
            <a:r>
              <a:rPr lang="es-ES" sz="1600" dirty="0" err="1">
                <a:solidFill>
                  <a:schemeClr val="accent3">
                    <a:lumMod val="60000"/>
                    <a:lumOff val="40000"/>
                  </a:schemeClr>
                </a:solidFill>
              </a:rPr>
              <a:t>delete</a:t>
            </a:r>
            <a:r>
              <a:rPr lang="es-ES" sz="1600" dirty="0"/>
              <a:t>('/</a:t>
            </a:r>
            <a:r>
              <a:rPr lang="es-ES" sz="1600" dirty="0" err="1">
                <a:solidFill>
                  <a:srgbClr val="FF0000"/>
                </a:solidFill>
              </a:rPr>
              <a:t>users</a:t>
            </a:r>
            <a:r>
              <a:rPr lang="es-ES" sz="1600" dirty="0"/>
              <a:t>/{id}', [</a:t>
            </a:r>
            <a:r>
              <a:rPr lang="es-ES" sz="1600" dirty="0" err="1">
                <a:solidFill>
                  <a:schemeClr val="accent1"/>
                </a:solidFill>
              </a:rPr>
              <a:t>UserController</a:t>
            </a:r>
            <a:r>
              <a:rPr lang="es-ES" sz="1600" dirty="0"/>
              <a:t>::</a:t>
            </a:r>
            <a:r>
              <a:rPr lang="es-ES" sz="1600" dirty="0" err="1"/>
              <a:t>class</a:t>
            </a:r>
            <a:r>
              <a:rPr lang="es-ES" sz="1600" dirty="0"/>
              <a:t>, </a:t>
            </a:r>
            <a:r>
              <a:rPr lang="es-ES" sz="1600" dirty="0">
                <a:solidFill>
                  <a:srgbClr val="0070C0"/>
                </a:solidFill>
              </a:rPr>
              <a:t>'</a:t>
            </a:r>
            <a:r>
              <a:rPr lang="es-ES" sz="1600" dirty="0" err="1">
                <a:solidFill>
                  <a:srgbClr val="0070C0"/>
                </a:solidFill>
              </a:rPr>
              <a:t>destroy</a:t>
            </a:r>
            <a:r>
              <a:rPr lang="es-ES" sz="1600" dirty="0"/>
              <a:t>']);</a:t>
            </a:r>
          </a:p>
          <a:p>
            <a:endParaRPr lang="es-ES" sz="2000" dirty="0"/>
          </a:p>
          <a:p>
            <a:endParaRPr lang="es-ES" sz="2000" dirty="0"/>
          </a:p>
        </p:txBody>
      </p:sp>
    </p:spTree>
    <p:extLst>
      <p:ext uri="{BB962C8B-B14F-4D97-AF65-F5344CB8AC3E}">
        <p14:creationId xmlns:p14="http://schemas.microsoft.com/office/powerpoint/2010/main" val="8856913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50FAF-969E-8EF2-7236-B0ECF20C5DA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D33E481F-6C30-C29C-89D2-71E0A7EB4D1F}"/>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78FB38B6-61CB-D00F-7282-59A0E07C3B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07EB6266-0F0E-8E1E-50A2-A27169E56D8A}"/>
              </a:ext>
            </a:extLst>
          </p:cNvPr>
          <p:cNvSpPr txBox="1"/>
          <p:nvPr/>
        </p:nvSpPr>
        <p:spPr>
          <a:xfrm>
            <a:off x="991816" y="1695125"/>
            <a:ext cx="10720808" cy="3600986"/>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pPr algn="just"/>
            <a:r>
              <a:rPr lang="es-ES" sz="2000" b="1" dirty="0"/>
              <a:t>Controladores: </a:t>
            </a:r>
            <a:r>
              <a:rPr lang="es-ES" sz="2000" dirty="0"/>
              <a:t>Los controladores son responsables de procesar la lógica de negocio. Actúan como intermediarios entre el modelo (datos) y la respuesta (JSON en una API).</a:t>
            </a:r>
          </a:p>
          <a:p>
            <a:pPr algn="just"/>
            <a:endParaRPr lang="es-ES" sz="2000" dirty="0"/>
          </a:p>
          <a:p>
            <a:pPr algn="just"/>
            <a:r>
              <a:rPr lang="es-ES" sz="2000" b="1" dirty="0"/>
              <a:t>Características principales: </a:t>
            </a:r>
          </a:p>
          <a:p>
            <a:pPr algn="just"/>
            <a:endParaRPr lang="es-ES" sz="2000" b="1" dirty="0"/>
          </a:p>
          <a:p>
            <a:pPr marL="342900" indent="-342900" algn="just">
              <a:buFont typeface="Arial" panose="020B0604020202020204" pitchFamily="34" charset="0"/>
              <a:buChar char="•"/>
            </a:pPr>
            <a:r>
              <a:rPr lang="es-ES" sz="2000" dirty="0"/>
              <a:t>Contienen funciones o métodos que se ejecutan cuando se llama a una ruta.</a:t>
            </a:r>
          </a:p>
          <a:p>
            <a:pPr marL="342900" indent="-342900" algn="just">
              <a:buFont typeface="Arial" panose="020B0604020202020204" pitchFamily="34" charset="0"/>
              <a:buChar char="•"/>
            </a:pPr>
            <a:r>
              <a:rPr lang="es-ES" sz="2000" dirty="0"/>
              <a:t>Generalmente interactúan con el modelo para acceder o manipular datos.</a:t>
            </a:r>
          </a:p>
          <a:p>
            <a:pPr marL="342900" indent="-342900" algn="just">
              <a:buFont typeface="Arial" panose="020B0604020202020204" pitchFamily="34" charset="0"/>
              <a:buChar char="•"/>
            </a:pPr>
            <a:r>
              <a:rPr lang="es-ES" sz="2000" dirty="0"/>
              <a:t>Devuelven respuestas HTTP en formato JSON para </a:t>
            </a:r>
            <a:r>
              <a:rPr lang="es-ES" sz="2000" dirty="0" err="1"/>
              <a:t>APIs</a:t>
            </a:r>
            <a:r>
              <a:rPr lang="es-ES" sz="2000" dirty="0"/>
              <a:t>.</a:t>
            </a:r>
          </a:p>
          <a:p>
            <a:pPr marL="342900" indent="-342900" algn="just">
              <a:buFont typeface="Arial" panose="020B0604020202020204" pitchFamily="34" charset="0"/>
              <a:buChar char="•"/>
            </a:pPr>
            <a:endParaRPr lang="es-ES" sz="2000" dirty="0"/>
          </a:p>
        </p:txBody>
      </p:sp>
    </p:spTree>
    <p:extLst>
      <p:ext uri="{BB962C8B-B14F-4D97-AF65-F5344CB8AC3E}">
        <p14:creationId xmlns:p14="http://schemas.microsoft.com/office/powerpoint/2010/main" val="28832033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FEF2-64DD-45AB-419C-F86123963451}"/>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9026504C-2953-2C4F-9025-F7322F4657B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ADA2FF70-6538-8326-35EF-A782F3C349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4B51D3AE-F7A2-364A-244F-053082FD00B8}"/>
              </a:ext>
            </a:extLst>
          </p:cNvPr>
          <p:cNvSpPr txBox="1"/>
          <p:nvPr/>
        </p:nvSpPr>
        <p:spPr>
          <a:xfrm>
            <a:off x="335360" y="1490687"/>
            <a:ext cx="11440888" cy="4647426"/>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endParaRPr lang="es-ES" sz="2400" b="1" dirty="0"/>
          </a:p>
          <a:p>
            <a:r>
              <a:rPr lang="es-ES" sz="2000" b="1" dirty="0"/>
              <a:t>Controlador:</a:t>
            </a:r>
          </a:p>
          <a:p>
            <a:endParaRPr lang="es-ES" sz="2000" dirty="0"/>
          </a:p>
          <a:p>
            <a:r>
              <a:rPr lang="es-ES" sz="1600" b="1" dirty="0" err="1"/>
              <a:t>class</a:t>
            </a:r>
            <a:r>
              <a:rPr lang="es-ES" sz="1600" b="1" dirty="0"/>
              <a:t> </a:t>
            </a:r>
            <a:r>
              <a:rPr lang="es-ES" sz="1600" b="1" dirty="0" err="1"/>
              <a:t>UserController</a:t>
            </a:r>
            <a:r>
              <a:rPr lang="es-ES" sz="1600" b="1" dirty="0"/>
              <a:t> </a:t>
            </a:r>
            <a:r>
              <a:rPr lang="es-ES" sz="1600" b="1" dirty="0" err="1"/>
              <a:t>extends</a:t>
            </a:r>
            <a:r>
              <a:rPr lang="es-ES" sz="1600" b="1" dirty="0"/>
              <a:t> </a:t>
            </a:r>
            <a:r>
              <a:rPr lang="es-ES" sz="1600" b="1" dirty="0" err="1"/>
              <a:t>Controller</a:t>
            </a:r>
            <a:endParaRPr lang="es-ES" sz="1600" b="1" dirty="0"/>
          </a:p>
          <a:p>
            <a:r>
              <a:rPr lang="es-ES" sz="1600" dirty="0"/>
              <a:t>{</a:t>
            </a:r>
          </a:p>
          <a:p>
            <a:r>
              <a:rPr lang="es-ES" sz="1600" b="1" dirty="0"/>
              <a:t>    </a:t>
            </a:r>
            <a:r>
              <a:rPr lang="es-ES" sz="1600" b="1" dirty="0" err="1"/>
              <a:t>public</a:t>
            </a:r>
            <a:r>
              <a:rPr lang="es-ES" sz="1600" b="1" dirty="0"/>
              <a:t> </a:t>
            </a:r>
            <a:r>
              <a:rPr lang="es-ES" sz="1600" b="1" dirty="0" err="1"/>
              <a:t>function</a:t>
            </a:r>
            <a:r>
              <a:rPr lang="es-ES" sz="1600" b="1" dirty="0"/>
              <a:t> </a:t>
            </a:r>
            <a:r>
              <a:rPr lang="es-ES" sz="1600" b="1" dirty="0" err="1"/>
              <a:t>index</a:t>
            </a:r>
            <a:r>
              <a:rPr lang="es-ES" sz="1600" b="1" dirty="0"/>
              <a:t>()</a:t>
            </a:r>
          </a:p>
          <a:p>
            <a:r>
              <a:rPr lang="es-ES" sz="1600" dirty="0"/>
              <a:t>    {</a:t>
            </a:r>
          </a:p>
          <a:p>
            <a:r>
              <a:rPr lang="es-ES" sz="1600" dirty="0"/>
              <a:t>        $</a:t>
            </a:r>
            <a:r>
              <a:rPr lang="es-ES" sz="1600" dirty="0" err="1"/>
              <a:t>users</a:t>
            </a:r>
            <a:r>
              <a:rPr lang="es-ES" sz="1600" dirty="0"/>
              <a:t> = </a:t>
            </a:r>
            <a:r>
              <a:rPr lang="es-ES" sz="1600" dirty="0" err="1">
                <a:solidFill>
                  <a:srgbClr val="0070C0"/>
                </a:solidFill>
              </a:rPr>
              <a:t>User</a:t>
            </a:r>
            <a:r>
              <a:rPr lang="es-ES" sz="1600" dirty="0"/>
              <a:t>::</a:t>
            </a:r>
            <a:r>
              <a:rPr lang="es-ES" sz="1600" dirty="0" err="1"/>
              <a:t>all</a:t>
            </a:r>
            <a:r>
              <a:rPr lang="es-ES" sz="1600" dirty="0"/>
              <a:t>();</a:t>
            </a:r>
          </a:p>
          <a:p>
            <a:r>
              <a:rPr lang="es-ES" sz="1600" dirty="0"/>
              <a:t>        </a:t>
            </a:r>
            <a:r>
              <a:rPr lang="es-ES" sz="1600" dirty="0" err="1"/>
              <a:t>return</a:t>
            </a:r>
            <a:r>
              <a:rPr lang="es-ES" sz="1600" dirty="0"/>
              <a:t> response()-&gt;</a:t>
            </a:r>
            <a:r>
              <a:rPr lang="es-ES" sz="1600" dirty="0" err="1"/>
              <a:t>json</a:t>
            </a:r>
            <a:r>
              <a:rPr lang="es-ES" sz="1600" dirty="0"/>
              <a:t>($</a:t>
            </a:r>
            <a:r>
              <a:rPr lang="es-ES" sz="1600" dirty="0" err="1"/>
              <a:t>users</a:t>
            </a:r>
            <a:r>
              <a:rPr lang="es-ES" sz="1600" dirty="0"/>
              <a:t>, 200); </a:t>
            </a:r>
          </a:p>
          <a:p>
            <a:r>
              <a:rPr lang="es-ES" sz="1600" dirty="0"/>
              <a:t>    }</a:t>
            </a:r>
          </a:p>
          <a:p>
            <a:endParaRPr lang="es-ES" sz="1600" dirty="0"/>
          </a:p>
          <a:p>
            <a:r>
              <a:rPr lang="es-ES" sz="1600" b="1" dirty="0"/>
              <a:t>    </a:t>
            </a:r>
            <a:r>
              <a:rPr lang="es-ES" sz="1600" b="1" dirty="0" err="1"/>
              <a:t>public</a:t>
            </a:r>
            <a:r>
              <a:rPr lang="es-ES" sz="1600" b="1" dirty="0"/>
              <a:t> </a:t>
            </a:r>
            <a:r>
              <a:rPr lang="es-ES" sz="1600" b="1" dirty="0" err="1"/>
              <a:t>function</a:t>
            </a:r>
            <a:r>
              <a:rPr lang="es-ES" sz="1600" b="1" dirty="0"/>
              <a:t> store(</a:t>
            </a:r>
            <a:r>
              <a:rPr lang="es-ES" sz="1600" b="1" dirty="0" err="1"/>
              <a:t>Request</a:t>
            </a:r>
            <a:r>
              <a:rPr lang="es-ES" sz="1600" b="1" dirty="0"/>
              <a:t> $</a:t>
            </a:r>
            <a:r>
              <a:rPr lang="es-ES" sz="1600" b="1" dirty="0" err="1"/>
              <a:t>request</a:t>
            </a:r>
            <a:r>
              <a:rPr lang="es-ES" sz="1600" b="1" dirty="0"/>
              <a:t>)</a:t>
            </a:r>
          </a:p>
          <a:p>
            <a:r>
              <a:rPr lang="es-ES" sz="1600" dirty="0"/>
              <a:t>    {</a:t>
            </a:r>
          </a:p>
          <a:p>
            <a:r>
              <a:rPr lang="es-ES" sz="1600" dirty="0"/>
              <a:t>        $</a:t>
            </a:r>
            <a:r>
              <a:rPr lang="es-ES" sz="1600" dirty="0" err="1"/>
              <a:t>user</a:t>
            </a:r>
            <a:r>
              <a:rPr lang="es-ES" sz="1600" dirty="0"/>
              <a:t> = </a:t>
            </a:r>
            <a:r>
              <a:rPr lang="es-ES" sz="1600" dirty="0" err="1">
                <a:solidFill>
                  <a:srgbClr val="0070C0"/>
                </a:solidFill>
              </a:rPr>
              <a:t>User</a:t>
            </a:r>
            <a:r>
              <a:rPr lang="es-ES" sz="1600" dirty="0"/>
              <a:t>::</a:t>
            </a:r>
            <a:r>
              <a:rPr lang="es-ES" sz="1600" dirty="0" err="1"/>
              <a:t>create</a:t>
            </a:r>
            <a:r>
              <a:rPr lang="es-ES" sz="1600" dirty="0"/>
              <a:t>($</a:t>
            </a:r>
            <a:r>
              <a:rPr lang="es-ES" sz="1600" dirty="0" err="1"/>
              <a:t>request</a:t>
            </a:r>
            <a:r>
              <a:rPr lang="es-ES" sz="1600" dirty="0"/>
              <a:t>-&gt;</a:t>
            </a:r>
            <a:r>
              <a:rPr lang="es-ES" sz="1600" dirty="0" err="1"/>
              <a:t>all</a:t>
            </a:r>
            <a:r>
              <a:rPr lang="es-ES" sz="1600" dirty="0"/>
              <a:t>());</a:t>
            </a:r>
          </a:p>
          <a:p>
            <a:r>
              <a:rPr lang="es-ES" sz="1600" dirty="0"/>
              <a:t>        </a:t>
            </a:r>
            <a:r>
              <a:rPr lang="es-ES" sz="1600" dirty="0" err="1"/>
              <a:t>return</a:t>
            </a:r>
            <a:r>
              <a:rPr lang="es-ES" sz="1600" dirty="0"/>
              <a:t> response()-&gt;</a:t>
            </a:r>
            <a:r>
              <a:rPr lang="es-ES" sz="1600" dirty="0" err="1"/>
              <a:t>json</a:t>
            </a:r>
            <a:r>
              <a:rPr lang="es-ES" sz="1600" dirty="0"/>
              <a:t>($post, 201); </a:t>
            </a:r>
          </a:p>
          <a:p>
            <a:r>
              <a:rPr lang="es-ES" sz="1600" dirty="0"/>
              <a:t>    }</a:t>
            </a:r>
            <a:endParaRPr lang="es-ES" sz="2000" dirty="0"/>
          </a:p>
        </p:txBody>
      </p:sp>
    </p:spTree>
    <p:extLst>
      <p:ext uri="{BB962C8B-B14F-4D97-AF65-F5344CB8AC3E}">
        <p14:creationId xmlns:p14="http://schemas.microsoft.com/office/powerpoint/2010/main" val="7182974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E4B0-8E31-619F-E466-FB933A99891F}"/>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0813EA4C-D1E2-476C-02C9-8EFAAF980A2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C8D9F25E-9634-3658-F96B-479FFD1627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AAEC4ED3-CBE2-D7B6-CB36-77E1EF98222E}"/>
              </a:ext>
            </a:extLst>
          </p:cNvPr>
          <p:cNvSpPr txBox="1"/>
          <p:nvPr/>
        </p:nvSpPr>
        <p:spPr>
          <a:xfrm>
            <a:off x="409334" y="1052736"/>
            <a:ext cx="11440888" cy="6694140"/>
          </a:xfrm>
          <a:prstGeom prst="rect">
            <a:avLst/>
          </a:prstGeom>
          <a:noFill/>
        </p:spPr>
        <p:txBody>
          <a:bodyPr wrap="square">
            <a:spAutoFit/>
          </a:bodyPr>
          <a:lstStyle/>
          <a:p>
            <a:r>
              <a:rPr lang="es-ES" sz="2400" b="1" dirty="0"/>
              <a:t>Creando una API </a:t>
            </a:r>
            <a:r>
              <a:rPr lang="es-ES" sz="2400" b="1" dirty="0" err="1"/>
              <a:t>Rest</a:t>
            </a:r>
            <a:r>
              <a:rPr lang="es-ES" sz="2400" b="1" dirty="0"/>
              <a:t> en Laravel:</a:t>
            </a:r>
          </a:p>
          <a:p>
            <a:r>
              <a:rPr lang="es-ES" sz="2000" b="1" dirty="0"/>
              <a:t>Controlador:</a:t>
            </a:r>
          </a:p>
          <a:p>
            <a:endParaRPr lang="es-ES" sz="2000" dirty="0"/>
          </a:p>
          <a:p>
            <a:r>
              <a:rPr lang="es-ES" sz="1500" b="1" dirty="0" err="1"/>
              <a:t>public</a:t>
            </a:r>
            <a:r>
              <a:rPr lang="es-ES" sz="1500" b="1" dirty="0"/>
              <a:t> </a:t>
            </a:r>
            <a:r>
              <a:rPr lang="es-ES" sz="1500" b="1" dirty="0" err="1"/>
              <a:t>function</a:t>
            </a:r>
            <a:r>
              <a:rPr lang="es-ES" sz="1500" b="1" dirty="0"/>
              <a:t> show($id)</a:t>
            </a:r>
          </a:p>
          <a:p>
            <a:r>
              <a:rPr lang="es-ES" sz="1500" dirty="0"/>
              <a:t>    {</a:t>
            </a:r>
          </a:p>
          <a:p>
            <a:r>
              <a:rPr lang="es-ES" sz="1500" dirty="0"/>
              <a:t>        $</a:t>
            </a:r>
            <a:r>
              <a:rPr lang="es-ES" sz="1500" dirty="0" err="1"/>
              <a:t>user</a:t>
            </a:r>
            <a:r>
              <a:rPr lang="es-ES" sz="1500" dirty="0"/>
              <a:t> = </a:t>
            </a:r>
            <a:r>
              <a:rPr lang="es-ES" sz="1500" dirty="0" err="1">
                <a:solidFill>
                  <a:srgbClr val="0070C0"/>
                </a:solidFill>
              </a:rPr>
              <a:t>User</a:t>
            </a:r>
            <a:r>
              <a:rPr lang="es-ES" sz="1500" dirty="0"/>
              <a:t>::</a:t>
            </a:r>
            <a:r>
              <a:rPr lang="es-ES" sz="1500" dirty="0" err="1"/>
              <a:t>find</a:t>
            </a:r>
            <a:r>
              <a:rPr lang="es-ES" sz="1500" dirty="0"/>
              <a:t>($id);</a:t>
            </a:r>
          </a:p>
          <a:p>
            <a:r>
              <a:rPr lang="es-ES" sz="1500" dirty="0"/>
              <a:t>        </a:t>
            </a:r>
            <a:r>
              <a:rPr lang="es-ES" sz="1500" dirty="0" err="1"/>
              <a:t>return</a:t>
            </a:r>
            <a:r>
              <a:rPr lang="es-ES" sz="1500" dirty="0"/>
              <a:t> response()-&gt;</a:t>
            </a:r>
            <a:r>
              <a:rPr lang="es-ES" sz="1500" dirty="0" err="1"/>
              <a:t>json</a:t>
            </a:r>
            <a:r>
              <a:rPr lang="es-ES" sz="1500" dirty="0"/>
              <a:t>($</a:t>
            </a:r>
            <a:r>
              <a:rPr lang="es-ES" sz="1500" dirty="0" err="1"/>
              <a:t>user</a:t>
            </a:r>
            <a:r>
              <a:rPr lang="es-ES" sz="1500" dirty="0"/>
              <a:t>, 200);</a:t>
            </a:r>
          </a:p>
          <a:p>
            <a:r>
              <a:rPr lang="es-ES" sz="1500" dirty="0"/>
              <a:t>    }</a:t>
            </a:r>
          </a:p>
          <a:p>
            <a:endParaRPr lang="es-ES" sz="1500" dirty="0"/>
          </a:p>
          <a:p>
            <a:r>
              <a:rPr lang="es-ES" sz="1500" b="1" dirty="0" err="1"/>
              <a:t>public</a:t>
            </a:r>
            <a:r>
              <a:rPr lang="es-ES" sz="1500" b="1" dirty="0"/>
              <a:t> </a:t>
            </a:r>
            <a:r>
              <a:rPr lang="es-ES" sz="1500" b="1" dirty="0" err="1"/>
              <a:t>function</a:t>
            </a:r>
            <a:r>
              <a:rPr lang="es-ES" sz="1500" b="1" dirty="0"/>
              <a:t> </a:t>
            </a:r>
            <a:r>
              <a:rPr lang="es-ES" sz="1500" b="1" dirty="0" err="1"/>
              <a:t>update</a:t>
            </a:r>
            <a:r>
              <a:rPr lang="es-ES" sz="1500" b="1" dirty="0"/>
              <a:t>(</a:t>
            </a:r>
            <a:r>
              <a:rPr lang="es-ES" sz="1500" b="1" dirty="0" err="1"/>
              <a:t>Request</a:t>
            </a:r>
            <a:r>
              <a:rPr lang="es-ES" sz="1500" b="1" dirty="0"/>
              <a:t> $</a:t>
            </a:r>
            <a:r>
              <a:rPr lang="es-ES" sz="1500" b="1" dirty="0" err="1"/>
              <a:t>request</a:t>
            </a:r>
            <a:r>
              <a:rPr lang="es-ES" sz="1500" b="1" dirty="0"/>
              <a:t>, $id)</a:t>
            </a:r>
          </a:p>
          <a:p>
            <a:r>
              <a:rPr lang="es-ES" sz="1500" dirty="0"/>
              <a:t>    {</a:t>
            </a:r>
          </a:p>
          <a:p>
            <a:r>
              <a:rPr lang="es-ES" sz="1500" dirty="0"/>
              <a:t>        $</a:t>
            </a:r>
            <a:r>
              <a:rPr lang="es-ES" sz="1500" dirty="0" err="1"/>
              <a:t>user</a:t>
            </a:r>
            <a:r>
              <a:rPr lang="es-ES" sz="1500" dirty="0"/>
              <a:t> = </a:t>
            </a:r>
            <a:r>
              <a:rPr lang="es-ES" sz="1500" dirty="0" err="1">
                <a:solidFill>
                  <a:srgbClr val="0070C0"/>
                </a:solidFill>
              </a:rPr>
              <a:t>User</a:t>
            </a:r>
            <a:r>
              <a:rPr lang="es-ES" sz="1500" dirty="0"/>
              <a:t>::</a:t>
            </a:r>
            <a:r>
              <a:rPr lang="es-ES" sz="1500" dirty="0" err="1"/>
              <a:t>find</a:t>
            </a:r>
            <a:r>
              <a:rPr lang="es-ES" sz="1500" dirty="0"/>
              <a:t>($id);</a:t>
            </a:r>
          </a:p>
          <a:p>
            <a:r>
              <a:rPr lang="es-ES" sz="1500" dirty="0"/>
              <a:t>        $</a:t>
            </a:r>
            <a:r>
              <a:rPr lang="es-ES" sz="1500" dirty="0" err="1"/>
              <a:t>user</a:t>
            </a:r>
            <a:r>
              <a:rPr lang="es-ES" sz="1500" dirty="0"/>
              <a:t>-&gt;</a:t>
            </a:r>
            <a:r>
              <a:rPr lang="es-ES" sz="1500" dirty="0" err="1"/>
              <a:t>update</a:t>
            </a:r>
            <a:r>
              <a:rPr lang="es-ES" sz="1500" dirty="0"/>
              <a:t>($</a:t>
            </a:r>
            <a:r>
              <a:rPr lang="es-ES" sz="1500" dirty="0" err="1"/>
              <a:t>request</a:t>
            </a:r>
            <a:r>
              <a:rPr lang="es-ES" sz="1500" dirty="0"/>
              <a:t>-&gt;</a:t>
            </a:r>
            <a:r>
              <a:rPr lang="es-ES" sz="1500" dirty="0" err="1"/>
              <a:t>all</a:t>
            </a:r>
            <a:r>
              <a:rPr lang="es-ES" sz="1500" dirty="0"/>
              <a:t>());</a:t>
            </a:r>
          </a:p>
          <a:p>
            <a:r>
              <a:rPr lang="es-ES" sz="1500" dirty="0"/>
              <a:t>        </a:t>
            </a:r>
            <a:r>
              <a:rPr lang="es-ES" sz="1500" dirty="0" err="1"/>
              <a:t>return</a:t>
            </a:r>
            <a:r>
              <a:rPr lang="es-ES" sz="1500" dirty="0"/>
              <a:t> response()-&gt;</a:t>
            </a:r>
            <a:r>
              <a:rPr lang="es-ES" sz="1500" dirty="0" err="1"/>
              <a:t>json</a:t>
            </a:r>
            <a:r>
              <a:rPr lang="es-ES" sz="1500" dirty="0"/>
              <a:t>($</a:t>
            </a:r>
            <a:r>
              <a:rPr lang="es-ES" sz="1500" dirty="0" err="1"/>
              <a:t>user</a:t>
            </a:r>
            <a:r>
              <a:rPr lang="es-ES" sz="1500" dirty="0"/>
              <a:t>, 200);</a:t>
            </a:r>
          </a:p>
          <a:p>
            <a:r>
              <a:rPr lang="es-ES" sz="1500" dirty="0"/>
              <a:t>    }</a:t>
            </a:r>
          </a:p>
          <a:p>
            <a:endParaRPr lang="es-ES" sz="1500" dirty="0"/>
          </a:p>
          <a:p>
            <a:r>
              <a:rPr lang="es-ES" sz="1500" b="1" dirty="0" err="1"/>
              <a:t>public</a:t>
            </a:r>
            <a:r>
              <a:rPr lang="es-ES" sz="1500" b="1" dirty="0"/>
              <a:t> </a:t>
            </a:r>
            <a:r>
              <a:rPr lang="es-ES" sz="1500" b="1" dirty="0" err="1"/>
              <a:t>function</a:t>
            </a:r>
            <a:r>
              <a:rPr lang="es-ES" sz="1500" b="1" dirty="0"/>
              <a:t> </a:t>
            </a:r>
            <a:r>
              <a:rPr lang="es-ES" sz="1500" b="1" dirty="0" err="1"/>
              <a:t>destroy</a:t>
            </a:r>
            <a:r>
              <a:rPr lang="es-ES" sz="1500" b="1" dirty="0"/>
              <a:t>($id)</a:t>
            </a:r>
          </a:p>
          <a:p>
            <a:r>
              <a:rPr lang="es-ES" sz="1500" dirty="0"/>
              <a:t>    {</a:t>
            </a:r>
          </a:p>
          <a:p>
            <a:r>
              <a:rPr lang="es-ES" sz="1500" dirty="0"/>
              <a:t>        $</a:t>
            </a:r>
            <a:r>
              <a:rPr lang="es-ES" sz="1500" dirty="0" err="1"/>
              <a:t>user</a:t>
            </a:r>
            <a:r>
              <a:rPr lang="es-ES" sz="1500" dirty="0"/>
              <a:t> = </a:t>
            </a:r>
            <a:r>
              <a:rPr lang="es-ES" sz="1500" dirty="0" err="1">
                <a:solidFill>
                  <a:srgbClr val="0070C0"/>
                </a:solidFill>
              </a:rPr>
              <a:t>User</a:t>
            </a:r>
            <a:r>
              <a:rPr lang="es-ES" sz="1500" dirty="0"/>
              <a:t>::</a:t>
            </a:r>
            <a:r>
              <a:rPr lang="es-ES" sz="1500" dirty="0" err="1"/>
              <a:t>find</a:t>
            </a:r>
            <a:r>
              <a:rPr lang="es-ES" sz="1500" dirty="0"/>
              <a:t>($id);</a:t>
            </a:r>
          </a:p>
          <a:p>
            <a:r>
              <a:rPr lang="es-ES" sz="1500" dirty="0"/>
              <a:t>        $</a:t>
            </a:r>
            <a:r>
              <a:rPr lang="es-ES" sz="1500" dirty="0" err="1"/>
              <a:t>user</a:t>
            </a:r>
            <a:r>
              <a:rPr lang="es-ES" sz="1500" dirty="0"/>
              <a:t>-&gt;</a:t>
            </a:r>
            <a:r>
              <a:rPr lang="es-ES" sz="1500" dirty="0" err="1"/>
              <a:t>delete</a:t>
            </a:r>
            <a:r>
              <a:rPr lang="es-ES" sz="1500" dirty="0"/>
              <a:t>();</a:t>
            </a:r>
          </a:p>
          <a:p>
            <a:r>
              <a:rPr lang="es-ES" sz="1500" dirty="0"/>
              <a:t>        </a:t>
            </a:r>
            <a:r>
              <a:rPr lang="es-ES" sz="1500" dirty="0" err="1"/>
              <a:t>return</a:t>
            </a:r>
            <a:r>
              <a:rPr lang="es-ES" sz="1500" dirty="0"/>
              <a:t> response()-&gt;</a:t>
            </a:r>
            <a:r>
              <a:rPr lang="es-ES" sz="1500" dirty="0" err="1"/>
              <a:t>json</a:t>
            </a:r>
            <a:r>
              <a:rPr lang="es-ES" sz="1500" dirty="0"/>
              <a:t>(['</a:t>
            </a:r>
            <a:r>
              <a:rPr lang="es-ES" sz="1500" dirty="0" err="1"/>
              <a:t>message</a:t>
            </a:r>
            <a:r>
              <a:rPr lang="es-ES" sz="1500" dirty="0"/>
              <a:t>' =&gt; Usuario eliminado'], 200);</a:t>
            </a:r>
          </a:p>
          <a:p>
            <a:r>
              <a:rPr lang="es-ES" sz="1500" dirty="0"/>
              <a:t>    }</a:t>
            </a:r>
          </a:p>
          <a:p>
            <a:r>
              <a:rPr lang="es-ES" sz="1500" dirty="0"/>
              <a:t>}</a:t>
            </a:r>
          </a:p>
          <a:p>
            <a:endParaRPr lang="es-ES" sz="1500" dirty="0"/>
          </a:p>
          <a:p>
            <a:endParaRPr lang="es-ES" sz="1500" dirty="0"/>
          </a:p>
          <a:p>
            <a:endParaRPr lang="es-ES" sz="2000" dirty="0"/>
          </a:p>
        </p:txBody>
      </p:sp>
    </p:spTree>
    <p:extLst>
      <p:ext uri="{BB962C8B-B14F-4D97-AF65-F5344CB8AC3E}">
        <p14:creationId xmlns:p14="http://schemas.microsoft.com/office/powerpoint/2010/main" val="35550767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E5C63-CF4F-111F-C831-EF820A86E885}"/>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844336CF-720D-34D4-1C0C-0D9EED6BDFC1}"/>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9BBC5BF2-F377-B556-1B8E-E46BC743C3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78508B2B-8CC5-98B4-71C9-8B5177AB235E}"/>
              </a:ext>
            </a:extLst>
          </p:cNvPr>
          <p:cNvSpPr txBox="1"/>
          <p:nvPr/>
        </p:nvSpPr>
        <p:spPr>
          <a:xfrm>
            <a:off x="623392" y="1548854"/>
            <a:ext cx="11440888" cy="5309146"/>
          </a:xfrm>
          <a:prstGeom prst="rect">
            <a:avLst/>
          </a:prstGeom>
          <a:noFill/>
        </p:spPr>
        <p:txBody>
          <a:bodyPr wrap="square">
            <a:spAutoFit/>
          </a:bodyPr>
          <a:lstStyle/>
          <a:p>
            <a:r>
              <a:rPr lang="es-ES" sz="2400" b="1" dirty="0"/>
              <a:t>Creando una API </a:t>
            </a:r>
            <a:r>
              <a:rPr lang="es-ES" sz="2400" b="1" dirty="0" err="1"/>
              <a:t>Rest</a:t>
            </a:r>
            <a:r>
              <a:rPr lang="es-ES" sz="2400" b="1" dirty="0"/>
              <a:t> en Laravel (resumen)</a:t>
            </a:r>
            <a:endParaRPr lang="es-ES" sz="1500" dirty="0"/>
          </a:p>
          <a:p>
            <a:pPr algn="just"/>
            <a:endParaRPr lang="es-ES" sz="2000" dirty="0"/>
          </a:p>
          <a:p>
            <a:pPr marL="457200" indent="-457200" algn="just">
              <a:buFont typeface="+mj-lt"/>
              <a:buAutoNum type="arabicPeriod"/>
            </a:pPr>
            <a:r>
              <a:rPr lang="es-ES" sz="2000" b="1" dirty="0"/>
              <a:t>$</a:t>
            </a:r>
            <a:r>
              <a:rPr lang="es-ES" sz="2000" b="1" dirty="0" err="1"/>
              <a:t>fillable</a:t>
            </a:r>
            <a:r>
              <a:rPr lang="es-ES" sz="2000" b="1" dirty="0"/>
              <a:t>: </a:t>
            </a:r>
            <a:r>
              <a:rPr lang="es-ES" sz="2000" dirty="0"/>
              <a:t>El modelo permite la asignación masiva para los campos </a:t>
            </a:r>
            <a:r>
              <a:rPr lang="es-ES" sz="2000" dirty="0" err="1"/>
              <a:t>name</a:t>
            </a:r>
            <a:r>
              <a:rPr lang="es-ES" sz="2000" dirty="0"/>
              <a:t>, email y </a:t>
            </a:r>
            <a:r>
              <a:rPr lang="es-ES" sz="2000" dirty="0" err="1"/>
              <a:t>password</a:t>
            </a:r>
            <a:r>
              <a:rPr lang="es-ES" sz="2000" dirty="0"/>
              <a:t>. Esto asegura que solo estos campos pueden ser actualizados con $</a:t>
            </a:r>
            <a:r>
              <a:rPr lang="es-ES" sz="2000" dirty="0" err="1"/>
              <a:t>request</a:t>
            </a:r>
            <a:r>
              <a:rPr lang="es-ES" sz="2000" dirty="0"/>
              <a:t>-&gt;</a:t>
            </a:r>
            <a:r>
              <a:rPr lang="es-ES" sz="2000" dirty="0" err="1"/>
              <a:t>all</a:t>
            </a:r>
            <a:r>
              <a:rPr lang="es-ES" sz="2000" dirty="0"/>
              <a:t>() o mediante el método </a:t>
            </a:r>
            <a:r>
              <a:rPr lang="es-ES" sz="2000" dirty="0" err="1"/>
              <a:t>create</a:t>
            </a:r>
            <a:r>
              <a:rPr lang="es-ES" sz="2000" dirty="0"/>
              <a:t>().</a:t>
            </a:r>
          </a:p>
          <a:p>
            <a:pPr marL="457200" indent="-457200" algn="just">
              <a:buFont typeface="+mj-lt"/>
              <a:buAutoNum type="arabicPeriod"/>
            </a:pPr>
            <a:endParaRPr lang="es-ES" sz="2000" dirty="0"/>
          </a:p>
          <a:p>
            <a:pPr marL="457200" indent="-457200" algn="just">
              <a:buFont typeface="+mj-lt"/>
              <a:buAutoNum type="arabicPeriod"/>
            </a:pPr>
            <a:r>
              <a:rPr lang="es-ES" sz="2000" b="1" dirty="0"/>
              <a:t>Sin validaciones: </a:t>
            </a:r>
            <a:r>
              <a:rPr lang="es-ES" sz="2000" dirty="0"/>
              <a:t>El controlador no valida los datos de entrada, lo cual no es seguro, pero puede ser útil en pruebas o para comprender la mecánica de Laravel.</a:t>
            </a:r>
          </a:p>
          <a:p>
            <a:pPr marL="457200" indent="-457200" algn="just">
              <a:buFont typeface="+mj-lt"/>
              <a:buAutoNum type="arabicPeriod"/>
            </a:pPr>
            <a:endParaRPr lang="es-ES" sz="2000" dirty="0"/>
          </a:p>
          <a:p>
            <a:pPr marL="457200" indent="-457200" algn="just">
              <a:buFont typeface="+mj-lt"/>
              <a:buAutoNum type="arabicPeriod"/>
            </a:pPr>
            <a:r>
              <a:rPr lang="es-ES" sz="2000" b="1" dirty="0"/>
              <a:t>Métodos CRUD:</a:t>
            </a:r>
          </a:p>
          <a:p>
            <a:pPr marL="457200" indent="-457200" algn="just">
              <a:buFont typeface="Arial" panose="020B0604020202020204" pitchFamily="34" charset="0"/>
              <a:buChar char="•"/>
            </a:pPr>
            <a:r>
              <a:rPr lang="es-ES" sz="2000" dirty="0" err="1"/>
              <a:t>index</a:t>
            </a:r>
            <a:r>
              <a:rPr lang="es-ES" sz="2000" dirty="0"/>
              <a:t>(): Lista todos los registros.</a:t>
            </a:r>
          </a:p>
          <a:p>
            <a:pPr marL="457200" indent="-457200" algn="just">
              <a:buFont typeface="Arial" panose="020B0604020202020204" pitchFamily="34" charset="0"/>
              <a:buChar char="•"/>
            </a:pPr>
            <a:r>
              <a:rPr lang="es-ES" sz="2000" dirty="0"/>
              <a:t>store(): Crea un nuevo registro en la base de datos.</a:t>
            </a:r>
          </a:p>
          <a:p>
            <a:pPr marL="457200" indent="-457200" algn="just">
              <a:buFont typeface="Arial" panose="020B0604020202020204" pitchFamily="34" charset="0"/>
              <a:buChar char="•"/>
            </a:pPr>
            <a:r>
              <a:rPr lang="es-ES" sz="2000" dirty="0"/>
              <a:t>show(): Muestra un registro específico por su ID.</a:t>
            </a:r>
          </a:p>
          <a:p>
            <a:pPr marL="457200" indent="-457200" algn="just">
              <a:buFont typeface="Arial" panose="020B0604020202020204" pitchFamily="34" charset="0"/>
              <a:buChar char="•"/>
            </a:pPr>
            <a:r>
              <a:rPr lang="es-ES" sz="2000" dirty="0" err="1"/>
              <a:t>update</a:t>
            </a:r>
            <a:r>
              <a:rPr lang="es-ES" sz="2000" dirty="0"/>
              <a:t>(): Actualiza un registro específico por su ID.</a:t>
            </a:r>
          </a:p>
          <a:p>
            <a:pPr marL="457200" indent="-457200" algn="just">
              <a:buFont typeface="Arial" panose="020B0604020202020204" pitchFamily="34" charset="0"/>
              <a:buChar char="•"/>
            </a:pPr>
            <a:r>
              <a:rPr lang="es-ES" sz="2000" dirty="0" err="1"/>
              <a:t>destroy</a:t>
            </a:r>
            <a:r>
              <a:rPr lang="es-ES" sz="2000" dirty="0"/>
              <a:t>(): Elimina un registro por su ID.</a:t>
            </a:r>
          </a:p>
          <a:p>
            <a:endParaRPr lang="es-ES" sz="1500" dirty="0"/>
          </a:p>
          <a:p>
            <a:endParaRPr lang="es-ES" sz="2000" dirty="0"/>
          </a:p>
        </p:txBody>
      </p:sp>
    </p:spTree>
    <p:extLst>
      <p:ext uri="{BB962C8B-B14F-4D97-AF65-F5344CB8AC3E}">
        <p14:creationId xmlns:p14="http://schemas.microsoft.com/office/powerpoint/2010/main" val="25961961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5F5F1-2EA0-2B3A-4E7C-F6F46F613434}"/>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03A362B1-85EB-2952-56D8-6E579E0FAB0A}"/>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8664F3A9-7645-1063-FDAC-515061760C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37077678-560D-C18F-8F17-299416B7C061}"/>
              </a:ext>
            </a:extLst>
          </p:cNvPr>
          <p:cNvSpPr txBox="1"/>
          <p:nvPr/>
        </p:nvSpPr>
        <p:spPr>
          <a:xfrm>
            <a:off x="687016" y="1533466"/>
            <a:ext cx="10521552" cy="5324535"/>
          </a:xfrm>
          <a:prstGeom prst="rect">
            <a:avLst/>
          </a:prstGeom>
          <a:noFill/>
        </p:spPr>
        <p:txBody>
          <a:bodyPr wrap="square">
            <a:spAutoFit/>
          </a:bodyPr>
          <a:lstStyle/>
          <a:p>
            <a:pPr algn="just"/>
            <a:r>
              <a:rPr lang="es-ES" sz="2000" b="1" dirty="0"/>
              <a:t>Arquitectura </a:t>
            </a:r>
            <a:r>
              <a:rPr lang="es-CO" sz="2000" b="1" dirty="0"/>
              <a:t>Monolítica</a:t>
            </a:r>
            <a:r>
              <a:rPr lang="es-ES" sz="2000" b="1" dirty="0"/>
              <a:t>:</a:t>
            </a:r>
            <a:r>
              <a:rPr lang="es-ES" sz="2000" dirty="0"/>
              <a:t> Es una arquitectura en la que todos los componentes del sistema están integrados en una única aplicación o código base</a:t>
            </a:r>
            <a:r>
              <a:rPr lang="es-ES" sz="2000" b="1" dirty="0"/>
              <a:t>. </a:t>
            </a:r>
            <a:r>
              <a:rPr lang="es-ES" sz="2000" dirty="0"/>
              <a:t>Todo el sistema está en un solo proyecto (</a:t>
            </a:r>
            <a:r>
              <a:rPr lang="es-ES" sz="2000" dirty="0" err="1"/>
              <a:t>backend</a:t>
            </a:r>
            <a:r>
              <a:rPr lang="es-ES" sz="2000" dirty="0"/>
              <a:t> + </a:t>
            </a:r>
            <a:r>
              <a:rPr lang="es-ES" sz="2000" dirty="0" err="1"/>
              <a:t>frontend</a:t>
            </a:r>
            <a:r>
              <a:rPr lang="es-ES" sz="2000" dirty="0"/>
              <a:t> juntos).</a:t>
            </a:r>
          </a:p>
          <a:p>
            <a:pPr algn="just"/>
            <a:endParaRPr lang="es-ES" sz="2000" dirty="0"/>
          </a:p>
          <a:p>
            <a:pPr algn="just"/>
            <a:r>
              <a:rPr lang="es-ES" sz="2000" b="1" dirty="0"/>
              <a:t>Ventajas:</a:t>
            </a:r>
          </a:p>
          <a:p>
            <a:pPr marL="342900" indent="-342900" algn="just">
              <a:buFont typeface="Arial" panose="020B0604020202020204" pitchFamily="34" charset="0"/>
              <a:buChar char="•"/>
            </a:pPr>
            <a:r>
              <a:rPr lang="es-ES" sz="2000" dirty="0"/>
              <a:t>Sencillez en el desarrollo y despliegue.</a:t>
            </a:r>
          </a:p>
          <a:p>
            <a:pPr marL="342900" indent="-342900" algn="just">
              <a:buFont typeface="Arial" panose="020B0604020202020204" pitchFamily="34" charset="0"/>
              <a:buChar char="•"/>
            </a:pPr>
            <a:r>
              <a:rPr lang="es-ES" sz="2000" dirty="0"/>
              <a:t>Facilidad para pruebas iniciales.</a:t>
            </a:r>
          </a:p>
          <a:p>
            <a:pPr marL="342900" indent="-342900" algn="just">
              <a:buFont typeface="Arial" panose="020B0604020202020204" pitchFamily="34" charset="0"/>
              <a:buChar char="•"/>
            </a:pPr>
            <a:endParaRPr lang="es-ES" sz="2000" dirty="0"/>
          </a:p>
          <a:p>
            <a:pPr algn="just"/>
            <a:r>
              <a:rPr lang="es-ES" sz="2000" b="1" dirty="0"/>
              <a:t>Desventajas:</a:t>
            </a:r>
          </a:p>
          <a:p>
            <a:pPr marL="342900" indent="-342900" algn="just">
              <a:buFont typeface="Arial" panose="020B0604020202020204" pitchFamily="34" charset="0"/>
              <a:buChar char="•"/>
            </a:pPr>
            <a:r>
              <a:rPr lang="es-ES" sz="2000" dirty="0"/>
              <a:t>Difícil de escalar. </a:t>
            </a:r>
          </a:p>
          <a:p>
            <a:pPr marL="342900" indent="-342900" algn="just">
              <a:buFont typeface="Arial" panose="020B0604020202020204" pitchFamily="34" charset="0"/>
              <a:buChar char="•"/>
            </a:pPr>
            <a:r>
              <a:rPr lang="es-ES" sz="2000" dirty="0"/>
              <a:t>Riesgo de fallo único (si falla una parte, afecta todo).</a:t>
            </a:r>
          </a:p>
          <a:p>
            <a:pPr marL="342900" indent="-342900" algn="just">
              <a:buFont typeface="Arial" panose="020B0604020202020204" pitchFamily="34" charset="0"/>
              <a:buChar char="•"/>
            </a:pPr>
            <a:r>
              <a:rPr lang="es-ES" sz="2000" dirty="0"/>
              <a:t>Complejidad a medida que crece.</a:t>
            </a:r>
          </a:p>
          <a:p>
            <a:pPr marL="342900" indent="-342900" algn="just">
              <a:buFont typeface="Arial" panose="020B0604020202020204" pitchFamily="34" charset="0"/>
              <a:buChar char="•"/>
            </a:pPr>
            <a:endParaRPr lang="es-ES" sz="2000" dirty="0"/>
          </a:p>
          <a:p>
            <a:r>
              <a:rPr lang="es-ES" sz="2000" b="1" dirty="0"/>
              <a:t>Usos comunes:</a:t>
            </a:r>
          </a:p>
          <a:p>
            <a:pPr marL="342900" indent="-342900">
              <a:buFont typeface="Arial" panose="020B0604020202020204" pitchFamily="34" charset="0"/>
              <a:buChar char="•"/>
            </a:pPr>
            <a:r>
              <a:rPr lang="es-ES" sz="2000" dirty="0"/>
              <a:t>Aplicaciones simples o con un número limitado de usuarios.</a:t>
            </a:r>
          </a:p>
          <a:p>
            <a:pPr marL="342900" indent="-342900">
              <a:buFont typeface="Arial" panose="020B0604020202020204" pitchFamily="34" charset="0"/>
              <a:buChar char="•"/>
            </a:pPr>
            <a:r>
              <a:rPr lang="es-ES" sz="2000" dirty="0"/>
              <a:t>Sistemas internos o de corto plazo.</a:t>
            </a:r>
          </a:p>
          <a:p>
            <a:pPr algn="just"/>
            <a:endParaRPr lang="es-ES" sz="2000" dirty="0"/>
          </a:p>
        </p:txBody>
      </p:sp>
      <p:pic>
        <p:nvPicPr>
          <p:cNvPr id="5" name="Picture 2" descr="Monolithic vs Microservices: Which is the Right Architecture? - Golden Owl">
            <a:extLst>
              <a:ext uri="{FF2B5EF4-FFF2-40B4-BE49-F238E27FC236}">
                <a16:creationId xmlns:a16="http://schemas.microsoft.com/office/drawing/2014/main" id="{66E1582C-62CF-1E3E-10E6-46CD8AC63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43" y="2780928"/>
            <a:ext cx="4736527"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276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BFF29-5735-9A27-12FF-C52DEE867E24}"/>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7CFABCF0-F71D-ED16-7907-FBA811E5E2D7}"/>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3314A39B-CD9D-60F6-C6A5-16418D06BE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A7642BAF-812C-D5AE-5746-EB757664926B}"/>
              </a:ext>
            </a:extLst>
          </p:cNvPr>
          <p:cNvSpPr txBox="1"/>
          <p:nvPr/>
        </p:nvSpPr>
        <p:spPr>
          <a:xfrm>
            <a:off x="687016" y="1533466"/>
            <a:ext cx="10521552" cy="4708981"/>
          </a:xfrm>
          <a:prstGeom prst="rect">
            <a:avLst/>
          </a:prstGeom>
          <a:noFill/>
        </p:spPr>
        <p:txBody>
          <a:bodyPr wrap="square">
            <a:spAutoFit/>
          </a:bodyPr>
          <a:lstStyle/>
          <a:p>
            <a:r>
              <a:rPr lang="es-CO" sz="2000" b="1" dirty="0"/>
              <a:t>Arquitectura </a:t>
            </a:r>
            <a:r>
              <a:rPr lang="es-CO" sz="2000" b="1" dirty="0" err="1"/>
              <a:t>Backend</a:t>
            </a:r>
            <a:r>
              <a:rPr lang="es-CO" sz="2000" b="1" dirty="0"/>
              <a:t> + </a:t>
            </a:r>
            <a:r>
              <a:rPr lang="es-CO" sz="2000" b="1" dirty="0" err="1"/>
              <a:t>Frontend</a:t>
            </a:r>
            <a:r>
              <a:rPr lang="es-CO" sz="2000" b="1" dirty="0"/>
              <a:t> Separados</a:t>
            </a:r>
            <a:r>
              <a:rPr lang="es-ES" sz="2000" b="1" dirty="0"/>
              <a:t>:</a:t>
            </a:r>
            <a:r>
              <a:rPr lang="es-ES" sz="2000" dirty="0"/>
              <a:t> Separación de las responsabilidades entre la lógica de negocio (</a:t>
            </a:r>
            <a:r>
              <a:rPr lang="es-ES" sz="2000" dirty="0" err="1"/>
              <a:t>backend</a:t>
            </a:r>
            <a:r>
              <a:rPr lang="es-ES" sz="2000" dirty="0"/>
              <a:t>) y la interfaz de usuario (</a:t>
            </a:r>
            <a:r>
              <a:rPr lang="es-ES" sz="2000" dirty="0" err="1"/>
              <a:t>frontend</a:t>
            </a:r>
            <a:r>
              <a:rPr lang="es-ES" sz="2000" dirty="0"/>
              <a:t>), conectados a través de </a:t>
            </a:r>
            <a:r>
              <a:rPr lang="es-ES" sz="2000" dirty="0" err="1"/>
              <a:t>APIs</a:t>
            </a:r>
            <a:r>
              <a:rPr lang="es-ES" sz="2000" dirty="0"/>
              <a:t>.</a:t>
            </a:r>
          </a:p>
          <a:p>
            <a:pPr algn="just"/>
            <a:endParaRPr lang="es-ES" sz="2000" dirty="0"/>
          </a:p>
          <a:p>
            <a:pPr algn="just"/>
            <a:r>
              <a:rPr lang="es-ES" sz="2000" b="1" dirty="0"/>
              <a:t>Ventajas:</a:t>
            </a:r>
          </a:p>
          <a:p>
            <a:pPr marL="342900" indent="-342900" algn="just">
              <a:buFont typeface="Arial" panose="020B0604020202020204" pitchFamily="34" charset="0"/>
              <a:buChar char="•"/>
            </a:pPr>
            <a:r>
              <a:rPr lang="es-ES" sz="2000" dirty="0"/>
              <a:t>Los desarrolladores </a:t>
            </a:r>
            <a:r>
              <a:rPr lang="es-ES" sz="2000" dirty="0" err="1"/>
              <a:t>frontend</a:t>
            </a:r>
            <a:r>
              <a:rPr lang="es-ES" sz="2000" dirty="0"/>
              <a:t> y </a:t>
            </a:r>
            <a:r>
              <a:rPr lang="es-ES" sz="2000" dirty="0" err="1"/>
              <a:t>backend</a:t>
            </a:r>
            <a:r>
              <a:rPr lang="es-ES" sz="2000" dirty="0"/>
              <a:t> trabajan de manera independiente.</a:t>
            </a:r>
          </a:p>
          <a:p>
            <a:pPr marL="342900" indent="-342900" algn="just">
              <a:buFont typeface="Arial" panose="020B0604020202020204" pitchFamily="34" charset="0"/>
              <a:buChar char="•"/>
            </a:pPr>
            <a:r>
              <a:rPr lang="es-ES" sz="2000" dirty="0"/>
              <a:t>Cada parte puede escalarse de manera separada.</a:t>
            </a:r>
          </a:p>
          <a:p>
            <a:pPr marL="342900" indent="-342900" algn="just">
              <a:buFont typeface="Arial" panose="020B0604020202020204" pitchFamily="34" charset="0"/>
              <a:buChar char="•"/>
            </a:pPr>
            <a:endParaRPr lang="es-ES" sz="2000" dirty="0"/>
          </a:p>
          <a:p>
            <a:pPr algn="just"/>
            <a:r>
              <a:rPr lang="es-ES" sz="2000" b="1" dirty="0"/>
              <a:t>Desventajas:</a:t>
            </a:r>
          </a:p>
          <a:p>
            <a:pPr marL="342900" indent="-342900" algn="just">
              <a:buFont typeface="Arial" panose="020B0604020202020204" pitchFamily="34" charset="0"/>
              <a:buChar char="•"/>
            </a:pPr>
            <a:r>
              <a:rPr lang="es-ES" sz="2000" dirty="0"/>
              <a:t>Más configuraciones y manejo de </a:t>
            </a:r>
            <a:r>
              <a:rPr lang="es-ES" sz="2000" dirty="0" err="1"/>
              <a:t>APIs</a:t>
            </a:r>
            <a:r>
              <a:rPr lang="es-ES" sz="2000" dirty="0"/>
              <a:t>.</a:t>
            </a:r>
          </a:p>
          <a:p>
            <a:pPr marL="342900" indent="-342900" algn="just">
              <a:buFont typeface="Arial" panose="020B0604020202020204" pitchFamily="34" charset="0"/>
              <a:buChar char="•"/>
            </a:pPr>
            <a:r>
              <a:rPr lang="es-ES" sz="2000" dirty="0"/>
              <a:t>La comunicación entre </a:t>
            </a:r>
            <a:r>
              <a:rPr lang="es-ES" sz="2000" dirty="0" err="1"/>
              <a:t>frontend</a:t>
            </a:r>
            <a:r>
              <a:rPr lang="es-ES" sz="2000" dirty="0"/>
              <a:t> y </a:t>
            </a:r>
            <a:r>
              <a:rPr lang="es-ES" sz="2000" dirty="0" err="1"/>
              <a:t>backend</a:t>
            </a:r>
            <a:r>
              <a:rPr lang="es-ES" sz="2000" dirty="0"/>
              <a:t> puede agregar demoras.</a:t>
            </a:r>
          </a:p>
          <a:p>
            <a:pPr marL="342900" indent="-342900" algn="just">
              <a:buFont typeface="Arial" panose="020B0604020202020204" pitchFamily="34" charset="0"/>
              <a:buChar char="•"/>
            </a:pPr>
            <a:endParaRPr lang="es-ES" sz="2000" dirty="0"/>
          </a:p>
          <a:p>
            <a:r>
              <a:rPr lang="es-ES" sz="2000" b="1" dirty="0"/>
              <a:t>Usos comunes:</a:t>
            </a:r>
          </a:p>
          <a:p>
            <a:pPr marL="342900" indent="-342900">
              <a:buFont typeface="Arial" panose="020B0604020202020204" pitchFamily="34" charset="0"/>
              <a:buChar char="•"/>
            </a:pPr>
            <a:r>
              <a:rPr lang="es-ES" sz="2000" dirty="0"/>
              <a:t>Aplicaciones web modernas como tiendas en línea o sistemas de gestión.</a:t>
            </a:r>
          </a:p>
          <a:p>
            <a:pPr algn="just"/>
            <a:endParaRPr lang="es-ES" sz="2000" dirty="0"/>
          </a:p>
        </p:txBody>
      </p:sp>
    </p:spTree>
    <p:extLst>
      <p:ext uri="{BB962C8B-B14F-4D97-AF65-F5344CB8AC3E}">
        <p14:creationId xmlns:p14="http://schemas.microsoft.com/office/powerpoint/2010/main" val="37211259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A57F-E5D2-B5B4-DEA1-350AC90374C1}"/>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2D04978E-2718-F86E-ACDC-8588D769CDDB}"/>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29232132-F474-AF9D-4D25-7BA7603CCE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3075" name="Picture 3" descr="Backend for frontend (BFF) pattern— why do you need to know it? | by  Michael Szczepanik | MobilePeople | Medium">
            <a:extLst>
              <a:ext uri="{FF2B5EF4-FFF2-40B4-BE49-F238E27FC236}">
                <a16:creationId xmlns:a16="http://schemas.microsoft.com/office/drawing/2014/main" id="{6AC92DD4-A30B-2F34-7DAA-BF8FA80D1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406" y="1436463"/>
            <a:ext cx="5433988" cy="5127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5311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60C2-DFB2-2253-945B-81AA68E8B0B9}"/>
            </a:ext>
          </a:extLst>
        </p:cNvPr>
        <p:cNvGrpSpPr/>
        <p:nvPr/>
      </p:nvGrpSpPr>
      <p:grpSpPr>
        <a:xfrm>
          <a:off x="0" y="0"/>
          <a:ext cx="0" cy="0"/>
          <a:chOff x="0" y="0"/>
          <a:chExt cx="0" cy="0"/>
        </a:xfrm>
      </p:grpSpPr>
      <p:sp>
        <p:nvSpPr>
          <p:cNvPr id="7" name="1 Título">
            <a:extLst>
              <a:ext uri="{FF2B5EF4-FFF2-40B4-BE49-F238E27FC236}">
                <a16:creationId xmlns:a16="http://schemas.microsoft.com/office/drawing/2014/main" id="{1B3D245F-9A4B-D77C-1907-BD64D4E692E5}"/>
              </a:ext>
            </a:extLst>
          </p:cNvPr>
          <p:cNvSpPr txBox="1">
            <a:spLocks/>
          </p:cNvSpPr>
          <p:nvPr/>
        </p:nvSpPr>
        <p:spPr>
          <a:xfrm>
            <a:off x="2014978" y="347687"/>
            <a:ext cx="8229600" cy="1143000"/>
          </a:xfrm>
          <a:prstGeom prst="rect">
            <a:avLst/>
          </a:prstGeom>
        </p:spPr>
        <p:txBody>
          <a:bodyPr>
            <a:normAutofit fontScale="97500"/>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s-ES" b="1" dirty="0">
                <a:solidFill>
                  <a:srgbClr val="809834"/>
                </a:solidFill>
              </a:rPr>
              <a:t>Arquitectura de Software</a:t>
            </a:r>
            <a:endParaRPr lang="es-CO" b="1" dirty="0">
              <a:solidFill>
                <a:srgbClr val="809834"/>
              </a:solidFill>
            </a:endParaRPr>
          </a:p>
        </p:txBody>
      </p:sp>
      <p:sp>
        <p:nvSpPr>
          <p:cNvPr id="2" name="AutoShape 2" descr="A UML use case diagram showing interactions between actors and use cases for an online shopping system. The diagram includes three actors: Customer, Admin, and Payment System, represented as stick figures. The use cases include 'Search Products,' 'Add to Cart,' 'Checkout,' 'Process Payment,' 'Register User,' and 'Manage Inventory.' The Customer interacts with 'Search Products,' 'Add to Cart,' and 'Checkout.' The Admin interacts with 'Manage Inventory,' and the Payment System extends 'Checkout' by processing the payment. The diagram has lines connecting actors and use cases, with the system boundary represented as a rectangle enclosing the use cases.">
            <a:extLst>
              <a:ext uri="{FF2B5EF4-FFF2-40B4-BE49-F238E27FC236}">
                <a16:creationId xmlns:a16="http://schemas.microsoft.com/office/drawing/2014/main" id="{43DE73C2-6C24-95EF-2188-A7097A386C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CuadroTexto 3">
            <a:extLst>
              <a:ext uri="{FF2B5EF4-FFF2-40B4-BE49-F238E27FC236}">
                <a16:creationId xmlns:a16="http://schemas.microsoft.com/office/drawing/2014/main" id="{79B5D640-02FA-3A16-6635-C4845C6A778B}"/>
              </a:ext>
            </a:extLst>
          </p:cNvPr>
          <p:cNvSpPr txBox="1"/>
          <p:nvPr/>
        </p:nvSpPr>
        <p:spPr>
          <a:xfrm>
            <a:off x="682824" y="1412776"/>
            <a:ext cx="10521552" cy="3200876"/>
          </a:xfrm>
          <a:prstGeom prst="rect">
            <a:avLst/>
          </a:prstGeom>
          <a:noFill/>
        </p:spPr>
        <p:txBody>
          <a:bodyPr wrap="square">
            <a:spAutoFit/>
          </a:bodyPr>
          <a:lstStyle/>
          <a:p>
            <a:pPr algn="just"/>
            <a:r>
              <a:rPr lang="es-ES" b="1" dirty="0"/>
              <a:t>Arquitectura </a:t>
            </a:r>
            <a:r>
              <a:rPr lang="es-CO" b="1" dirty="0"/>
              <a:t>Microservicios</a:t>
            </a:r>
            <a:r>
              <a:rPr lang="es-ES" b="1" dirty="0"/>
              <a:t>:</a:t>
            </a:r>
            <a:r>
              <a:rPr lang="es-ES" dirty="0"/>
              <a:t> El sistema se divide en pequeños servicios independientes.</a:t>
            </a:r>
          </a:p>
          <a:p>
            <a:pPr algn="just"/>
            <a:endParaRPr lang="es-ES" dirty="0"/>
          </a:p>
          <a:p>
            <a:pPr algn="just"/>
            <a:r>
              <a:rPr lang="es-ES" b="1" dirty="0"/>
              <a:t>Ventajas:</a:t>
            </a:r>
          </a:p>
          <a:p>
            <a:pPr marL="342900" indent="-342900" algn="just">
              <a:buFont typeface="Arial" panose="020B0604020202020204" pitchFamily="34" charset="0"/>
              <a:buChar char="•"/>
            </a:pPr>
            <a:r>
              <a:rPr lang="es-CO" dirty="0"/>
              <a:t>Escalabilidad horizontal</a:t>
            </a:r>
            <a:r>
              <a:rPr lang="es-ES" dirty="0"/>
              <a:t>.</a:t>
            </a:r>
          </a:p>
          <a:p>
            <a:pPr marL="342900" indent="-342900" algn="just">
              <a:buFont typeface="Arial" panose="020B0604020202020204" pitchFamily="34" charset="0"/>
              <a:buChar char="•"/>
            </a:pPr>
            <a:r>
              <a:rPr lang="es-ES" dirty="0"/>
              <a:t>Despliegue independiente de cada servicio.</a:t>
            </a:r>
          </a:p>
          <a:p>
            <a:pPr algn="just"/>
            <a:endParaRPr lang="es-ES" dirty="0"/>
          </a:p>
          <a:p>
            <a:pPr algn="just"/>
            <a:r>
              <a:rPr lang="es-ES" b="1" dirty="0"/>
              <a:t>Desventajas:</a:t>
            </a:r>
          </a:p>
          <a:p>
            <a:pPr marL="342900" indent="-342900" algn="just">
              <a:buFont typeface="Arial" panose="020B0604020202020204" pitchFamily="34" charset="0"/>
              <a:buChar char="•"/>
            </a:pPr>
            <a:r>
              <a:rPr lang="es-ES" dirty="0"/>
              <a:t>Mayor complejidad en la comunicación entre servicios.</a:t>
            </a:r>
          </a:p>
          <a:p>
            <a:pPr marL="342900" indent="-342900" algn="just">
              <a:buFont typeface="Arial" panose="020B0604020202020204" pitchFamily="34" charset="0"/>
              <a:buChar char="•"/>
            </a:pPr>
            <a:r>
              <a:rPr lang="es-ES" dirty="0"/>
              <a:t>Normalmente requiere de tecnologías basada en contenedores o virtualización.</a:t>
            </a:r>
          </a:p>
          <a:p>
            <a:pPr algn="just"/>
            <a:endParaRPr lang="es-ES" sz="2000" dirty="0"/>
          </a:p>
          <a:p>
            <a:pPr algn="just"/>
            <a:endParaRPr lang="es-ES" sz="2000" dirty="0"/>
          </a:p>
        </p:txBody>
      </p:sp>
      <p:graphicFrame>
        <p:nvGraphicFramePr>
          <p:cNvPr id="6" name="Tabla 5">
            <a:extLst>
              <a:ext uri="{FF2B5EF4-FFF2-40B4-BE49-F238E27FC236}">
                <a16:creationId xmlns:a16="http://schemas.microsoft.com/office/drawing/2014/main" id="{DA489FAF-C9D4-C238-10B3-FFB05DA66C2A}"/>
              </a:ext>
            </a:extLst>
          </p:cNvPr>
          <p:cNvGraphicFramePr>
            <a:graphicFrameLocks noGrp="1"/>
          </p:cNvGraphicFramePr>
          <p:nvPr>
            <p:extLst>
              <p:ext uri="{D42A27DB-BD31-4B8C-83A1-F6EECF244321}">
                <p14:modId xmlns:p14="http://schemas.microsoft.com/office/powerpoint/2010/main" val="3209841367"/>
              </p:ext>
            </p:extLst>
          </p:nvPr>
        </p:nvGraphicFramePr>
        <p:xfrm>
          <a:off x="871978" y="4870176"/>
          <a:ext cx="10515600" cy="1828800"/>
        </p:xfrm>
        <a:graphic>
          <a:graphicData uri="http://schemas.openxmlformats.org/drawingml/2006/table">
            <a:tbl>
              <a:tblPr>
                <a:tableStyleId>{5FD0F851-EC5A-4D38-B0AD-8093EC10F338}</a:tableStyleId>
              </a:tblPr>
              <a:tblGrid>
                <a:gridCol w="2628900">
                  <a:extLst>
                    <a:ext uri="{9D8B030D-6E8A-4147-A177-3AD203B41FA5}">
                      <a16:colId xmlns:a16="http://schemas.microsoft.com/office/drawing/2014/main" val="3679426956"/>
                    </a:ext>
                  </a:extLst>
                </a:gridCol>
                <a:gridCol w="2628900">
                  <a:extLst>
                    <a:ext uri="{9D8B030D-6E8A-4147-A177-3AD203B41FA5}">
                      <a16:colId xmlns:a16="http://schemas.microsoft.com/office/drawing/2014/main" val="2713198985"/>
                    </a:ext>
                  </a:extLst>
                </a:gridCol>
                <a:gridCol w="2628900">
                  <a:extLst>
                    <a:ext uri="{9D8B030D-6E8A-4147-A177-3AD203B41FA5}">
                      <a16:colId xmlns:a16="http://schemas.microsoft.com/office/drawing/2014/main" val="3210146565"/>
                    </a:ext>
                  </a:extLst>
                </a:gridCol>
                <a:gridCol w="2628900">
                  <a:extLst>
                    <a:ext uri="{9D8B030D-6E8A-4147-A177-3AD203B41FA5}">
                      <a16:colId xmlns:a16="http://schemas.microsoft.com/office/drawing/2014/main" val="3734010863"/>
                    </a:ext>
                  </a:extLst>
                </a:gridCol>
              </a:tblGrid>
              <a:tr h="0">
                <a:tc>
                  <a:txBody>
                    <a:bodyPr/>
                    <a:lstStyle/>
                    <a:p>
                      <a:r>
                        <a:rPr lang="es-CO" b="1" dirty="0">
                          <a:latin typeface="Arial" panose="020B0604020202020204" pitchFamily="34" charset="0"/>
                          <a:cs typeface="Arial" panose="020B0604020202020204" pitchFamily="34" charset="0"/>
                        </a:rPr>
                        <a:t>Característica</a:t>
                      </a:r>
                    </a:p>
                  </a:txBody>
                  <a:tcPr anchor="ctr"/>
                </a:tc>
                <a:tc>
                  <a:txBody>
                    <a:bodyPr/>
                    <a:lstStyle/>
                    <a:p>
                      <a:r>
                        <a:rPr lang="es-CO" b="1">
                          <a:latin typeface="Arial" panose="020B0604020202020204" pitchFamily="34" charset="0"/>
                          <a:cs typeface="Arial" panose="020B0604020202020204" pitchFamily="34" charset="0"/>
                        </a:rPr>
                        <a:t>Monolito</a:t>
                      </a:r>
                    </a:p>
                  </a:txBody>
                  <a:tcPr anchor="ctr"/>
                </a:tc>
                <a:tc>
                  <a:txBody>
                    <a:bodyPr/>
                    <a:lstStyle/>
                    <a:p>
                      <a:r>
                        <a:rPr lang="es-CO" b="1">
                          <a:latin typeface="Arial" panose="020B0604020202020204" pitchFamily="34" charset="0"/>
                          <a:cs typeface="Arial" panose="020B0604020202020204" pitchFamily="34" charset="0"/>
                        </a:rPr>
                        <a:t>Backend + Frontend</a:t>
                      </a:r>
                    </a:p>
                  </a:txBody>
                  <a:tcPr anchor="ctr"/>
                </a:tc>
                <a:tc>
                  <a:txBody>
                    <a:bodyPr/>
                    <a:lstStyle/>
                    <a:p>
                      <a:r>
                        <a:rPr lang="es-CO" b="1" dirty="0">
                          <a:latin typeface="Arial" panose="020B0604020202020204" pitchFamily="34" charset="0"/>
                          <a:cs typeface="Arial" panose="020B0604020202020204" pitchFamily="34" charset="0"/>
                        </a:rPr>
                        <a:t>Microservicios</a:t>
                      </a:r>
                    </a:p>
                  </a:txBody>
                  <a:tcPr anchor="ctr"/>
                </a:tc>
                <a:extLst>
                  <a:ext uri="{0D108BD9-81ED-4DB2-BD59-A6C34878D82A}">
                    <a16:rowId xmlns:a16="http://schemas.microsoft.com/office/drawing/2014/main" val="733207335"/>
                  </a:ext>
                </a:extLst>
              </a:tr>
              <a:tr h="0">
                <a:tc>
                  <a:txBody>
                    <a:bodyPr/>
                    <a:lstStyle/>
                    <a:p>
                      <a:r>
                        <a:rPr lang="es-CO" b="1" dirty="0">
                          <a:latin typeface="Arial" panose="020B0604020202020204" pitchFamily="34" charset="0"/>
                          <a:cs typeface="Arial" panose="020B0604020202020204" pitchFamily="34" charset="0"/>
                        </a:rPr>
                        <a:t>Simplicidad</a:t>
                      </a:r>
                      <a:endParaRPr lang="es-CO" dirty="0">
                        <a:latin typeface="Arial" panose="020B0604020202020204" pitchFamily="34" charset="0"/>
                        <a:cs typeface="Arial" panose="020B0604020202020204" pitchFamily="34" charset="0"/>
                      </a:endParaRPr>
                    </a:p>
                  </a:txBody>
                  <a:tcPr anchor="ctr"/>
                </a:tc>
                <a:tc>
                  <a:txBody>
                    <a:bodyPr/>
                    <a:lstStyle/>
                    <a:p>
                      <a:r>
                        <a:rPr lang="es-CO" dirty="0">
                          <a:latin typeface="Arial" panose="020B0604020202020204" pitchFamily="34" charset="0"/>
                          <a:cs typeface="Arial" panose="020B0604020202020204" pitchFamily="34" charset="0"/>
                        </a:rPr>
                        <a:t>Alta</a:t>
                      </a:r>
                    </a:p>
                  </a:txBody>
                  <a:tcPr anchor="ctr"/>
                </a:tc>
                <a:tc>
                  <a:txBody>
                    <a:bodyPr/>
                    <a:lstStyle/>
                    <a:p>
                      <a:r>
                        <a:rPr lang="es-CO">
                          <a:latin typeface="Arial" panose="020B0604020202020204" pitchFamily="34" charset="0"/>
                          <a:cs typeface="Arial" panose="020B0604020202020204" pitchFamily="34" charset="0"/>
                        </a:rPr>
                        <a:t>Media</a:t>
                      </a:r>
                    </a:p>
                  </a:txBody>
                  <a:tcPr anchor="ctr"/>
                </a:tc>
                <a:tc>
                  <a:txBody>
                    <a:bodyPr/>
                    <a:lstStyle/>
                    <a:p>
                      <a:r>
                        <a:rPr lang="es-CO">
                          <a:latin typeface="Arial" panose="020B0604020202020204" pitchFamily="34" charset="0"/>
                          <a:cs typeface="Arial" panose="020B0604020202020204" pitchFamily="34" charset="0"/>
                        </a:rPr>
                        <a:t>Baja</a:t>
                      </a:r>
                    </a:p>
                  </a:txBody>
                  <a:tcPr anchor="ctr"/>
                </a:tc>
                <a:extLst>
                  <a:ext uri="{0D108BD9-81ED-4DB2-BD59-A6C34878D82A}">
                    <a16:rowId xmlns:a16="http://schemas.microsoft.com/office/drawing/2014/main" val="2506162564"/>
                  </a:ext>
                </a:extLst>
              </a:tr>
              <a:tr h="0">
                <a:tc>
                  <a:txBody>
                    <a:bodyPr/>
                    <a:lstStyle/>
                    <a:p>
                      <a:r>
                        <a:rPr lang="es-CO" b="1">
                          <a:latin typeface="Arial" panose="020B0604020202020204" pitchFamily="34" charset="0"/>
                          <a:cs typeface="Arial" panose="020B0604020202020204" pitchFamily="34" charset="0"/>
                        </a:rPr>
                        <a:t>Escalabilidad</a:t>
                      </a:r>
                      <a:endParaRPr lang="es-CO">
                        <a:latin typeface="Arial" panose="020B0604020202020204" pitchFamily="34" charset="0"/>
                        <a:cs typeface="Arial" panose="020B0604020202020204" pitchFamily="34" charset="0"/>
                      </a:endParaRPr>
                    </a:p>
                  </a:txBody>
                  <a:tcPr anchor="ctr"/>
                </a:tc>
                <a:tc>
                  <a:txBody>
                    <a:bodyPr/>
                    <a:lstStyle/>
                    <a:p>
                      <a:r>
                        <a:rPr lang="es-CO">
                          <a:latin typeface="Arial" panose="020B0604020202020204" pitchFamily="34" charset="0"/>
                          <a:cs typeface="Arial" panose="020B0604020202020204" pitchFamily="34" charset="0"/>
                        </a:rPr>
                        <a:t>Baja</a:t>
                      </a:r>
                    </a:p>
                  </a:txBody>
                  <a:tcPr anchor="ctr"/>
                </a:tc>
                <a:tc>
                  <a:txBody>
                    <a:bodyPr/>
                    <a:lstStyle/>
                    <a:p>
                      <a:r>
                        <a:rPr lang="es-CO">
                          <a:latin typeface="Arial" panose="020B0604020202020204" pitchFamily="34" charset="0"/>
                          <a:cs typeface="Arial" panose="020B0604020202020204" pitchFamily="34" charset="0"/>
                        </a:rPr>
                        <a:t>Media</a:t>
                      </a:r>
                    </a:p>
                  </a:txBody>
                  <a:tcPr anchor="ctr"/>
                </a:tc>
                <a:tc>
                  <a:txBody>
                    <a:bodyPr/>
                    <a:lstStyle/>
                    <a:p>
                      <a:r>
                        <a:rPr lang="es-CO">
                          <a:latin typeface="Arial" panose="020B0604020202020204" pitchFamily="34" charset="0"/>
                          <a:cs typeface="Arial" panose="020B0604020202020204" pitchFamily="34" charset="0"/>
                        </a:rPr>
                        <a:t>Alta</a:t>
                      </a:r>
                    </a:p>
                  </a:txBody>
                  <a:tcPr anchor="ctr"/>
                </a:tc>
                <a:extLst>
                  <a:ext uri="{0D108BD9-81ED-4DB2-BD59-A6C34878D82A}">
                    <a16:rowId xmlns:a16="http://schemas.microsoft.com/office/drawing/2014/main" val="1913806092"/>
                  </a:ext>
                </a:extLst>
              </a:tr>
              <a:tr h="0">
                <a:tc>
                  <a:txBody>
                    <a:bodyPr/>
                    <a:lstStyle/>
                    <a:p>
                      <a:r>
                        <a:rPr lang="es-CO" b="1">
                          <a:latin typeface="Arial" panose="020B0604020202020204" pitchFamily="34" charset="0"/>
                          <a:cs typeface="Arial" panose="020B0604020202020204" pitchFamily="34" charset="0"/>
                        </a:rPr>
                        <a:t>Tolerancia a fallos</a:t>
                      </a:r>
                      <a:endParaRPr lang="es-CO">
                        <a:latin typeface="Arial" panose="020B0604020202020204" pitchFamily="34" charset="0"/>
                        <a:cs typeface="Arial" panose="020B0604020202020204" pitchFamily="34" charset="0"/>
                      </a:endParaRPr>
                    </a:p>
                  </a:txBody>
                  <a:tcPr anchor="ctr"/>
                </a:tc>
                <a:tc>
                  <a:txBody>
                    <a:bodyPr/>
                    <a:lstStyle/>
                    <a:p>
                      <a:r>
                        <a:rPr lang="es-CO">
                          <a:latin typeface="Arial" panose="020B0604020202020204" pitchFamily="34" charset="0"/>
                          <a:cs typeface="Arial" panose="020B0604020202020204" pitchFamily="34" charset="0"/>
                        </a:rPr>
                        <a:t>Baja</a:t>
                      </a:r>
                    </a:p>
                  </a:txBody>
                  <a:tcPr anchor="ctr"/>
                </a:tc>
                <a:tc>
                  <a:txBody>
                    <a:bodyPr/>
                    <a:lstStyle/>
                    <a:p>
                      <a:r>
                        <a:rPr lang="es-CO" dirty="0">
                          <a:latin typeface="Arial" panose="020B0604020202020204" pitchFamily="34" charset="0"/>
                          <a:cs typeface="Arial" panose="020B0604020202020204" pitchFamily="34" charset="0"/>
                        </a:rPr>
                        <a:t>Media</a:t>
                      </a:r>
                    </a:p>
                  </a:txBody>
                  <a:tcPr anchor="ctr"/>
                </a:tc>
                <a:tc>
                  <a:txBody>
                    <a:bodyPr/>
                    <a:lstStyle/>
                    <a:p>
                      <a:r>
                        <a:rPr lang="es-CO">
                          <a:latin typeface="Arial" panose="020B0604020202020204" pitchFamily="34" charset="0"/>
                          <a:cs typeface="Arial" panose="020B0604020202020204" pitchFamily="34" charset="0"/>
                        </a:rPr>
                        <a:t>Alta</a:t>
                      </a:r>
                    </a:p>
                  </a:txBody>
                  <a:tcPr anchor="ctr"/>
                </a:tc>
                <a:extLst>
                  <a:ext uri="{0D108BD9-81ED-4DB2-BD59-A6C34878D82A}">
                    <a16:rowId xmlns:a16="http://schemas.microsoft.com/office/drawing/2014/main" val="3509209359"/>
                  </a:ext>
                </a:extLst>
              </a:tr>
              <a:tr h="0">
                <a:tc>
                  <a:txBody>
                    <a:bodyPr/>
                    <a:lstStyle/>
                    <a:p>
                      <a:r>
                        <a:rPr lang="es-CO" b="1">
                          <a:latin typeface="Arial" panose="020B0604020202020204" pitchFamily="34" charset="0"/>
                          <a:cs typeface="Arial" panose="020B0604020202020204" pitchFamily="34" charset="0"/>
                        </a:rPr>
                        <a:t>Despliegue</a:t>
                      </a:r>
                      <a:endParaRPr lang="es-CO">
                        <a:latin typeface="Arial" panose="020B0604020202020204" pitchFamily="34" charset="0"/>
                        <a:cs typeface="Arial" panose="020B0604020202020204" pitchFamily="34" charset="0"/>
                      </a:endParaRPr>
                    </a:p>
                  </a:txBody>
                  <a:tcPr anchor="ctr"/>
                </a:tc>
                <a:tc>
                  <a:txBody>
                    <a:bodyPr/>
                    <a:lstStyle/>
                    <a:p>
                      <a:r>
                        <a:rPr lang="es-CO">
                          <a:latin typeface="Arial" panose="020B0604020202020204" pitchFamily="34" charset="0"/>
                          <a:cs typeface="Arial" panose="020B0604020202020204" pitchFamily="34" charset="0"/>
                        </a:rPr>
                        <a:t>Sencillo</a:t>
                      </a:r>
                    </a:p>
                  </a:txBody>
                  <a:tcPr anchor="ctr"/>
                </a:tc>
                <a:tc>
                  <a:txBody>
                    <a:bodyPr/>
                    <a:lstStyle/>
                    <a:p>
                      <a:r>
                        <a:rPr lang="es-CO">
                          <a:latin typeface="Arial" panose="020B0604020202020204" pitchFamily="34" charset="0"/>
                          <a:cs typeface="Arial" panose="020B0604020202020204" pitchFamily="34" charset="0"/>
                        </a:rPr>
                        <a:t>Moderado</a:t>
                      </a:r>
                    </a:p>
                  </a:txBody>
                  <a:tcPr anchor="ctr"/>
                </a:tc>
                <a:tc>
                  <a:txBody>
                    <a:bodyPr/>
                    <a:lstStyle/>
                    <a:p>
                      <a:r>
                        <a:rPr lang="es-CO" dirty="0">
                          <a:latin typeface="Arial" panose="020B0604020202020204" pitchFamily="34" charset="0"/>
                          <a:cs typeface="Arial" panose="020B0604020202020204" pitchFamily="34" charset="0"/>
                        </a:rPr>
                        <a:t>Complejo</a:t>
                      </a:r>
                    </a:p>
                  </a:txBody>
                  <a:tcPr anchor="ctr"/>
                </a:tc>
                <a:extLst>
                  <a:ext uri="{0D108BD9-81ED-4DB2-BD59-A6C34878D82A}">
                    <a16:rowId xmlns:a16="http://schemas.microsoft.com/office/drawing/2014/main" val="2792057211"/>
                  </a:ext>
                </a:extLst>
              </a:tr>
            </a:tbl>
          </a:graphicData>
        </a:graphic>
      </p:graphicFrame>
      <p:sp>
        <p:nvSpPr>
          <p:cNvPr id="8" name="Rectangle 2">
            <a:extLst>
              <a:ext uri="{FF2B5EF4-FFF2-40B4-BE49-F238E27FC236}">
                <a16:creationId xmlns:a16="http://schemas.microsoft.com/office/drawing/2014/main" id="{C476BEA6-8496-10C1-D08F-03A2FDA6358A}"/>
              </a:ext>
            </a:extLst>
          </p:cNvPr>
          <p:cNvSpPr>
            <a:spLocks noChangeArrowheads="1"/>
          </p:cNvSpPr>
          <p:nvPr/>
        </p:nvSpPr>
        <p:spPr bwMode="auto">
          <a:xfrm>
            <a:off x="838200" y="4337824"/>
            <a:ext cx="75392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1" i="0" u="none" strike="noStrike" cap="none" normalizeH="0" baseline="0" dirty="0">
                <a:ln>
                  <a:noFill/>
                </a:ln>
                <a:solidFill>
                  <a:schemeClr val="tx1"/>
                </a:solidFill>
                <a:effectLst/>
                <a:latin typeface="Arial" panose="020B0604020202020204" pitchFamily="34" charset="0"/>
              </a:rPr>
              <a:t>Comparación entre Monolito, </a:t>
            </a:r>
            <a:r>
              <a:rPr kumimoji="0" lang="es-CO" altLang="es-CO" sz="1800" b="1" i="0" u="none" strike="noStrike" cap="none" normalizeH="0" baseline="0" dirty="0" err="1">
                <a:ln>
                  <a:noFill/>
                </a:ln>
                <a:solidFill>
                  <a:schemeClr val="tx1"/>
                </a:solidFill>
                <a:effectLst/>
                <a:latin typeface="Arial" panose="020B0604020202020204" pitchFamily="34" charset="0"/>
              </a:rPr>
              <a:t>Backend</a:t>
            </a:r>
            <a:r>
              <a:rPr kumimoji="0" lang="es-CO" altLang="es-CO" sz="1800" b="1" i="0" u="none" strike="noStrike" cap="none" normalizeH="0" baseline="0" dirty="0">
                <a:ln>
                  <a:noFill/>
                </a:ln>
                <a:solidFill>
                  <a:schemeClr val="tx1"/>
                </a:solidFill>
                <a:effectLst/>
                <a:latin typeface="Arial" panose="020B0604020202020204" pitchFamily="34" charset="0"/>
              </a:rPr>
              <a:t> + </a:t>
            </a:r>
            <a:r>
              <a:rPr kumimoji="0" lang="es-CO" altLang="es-CO" sz="1800" b="1" i="0" u="none" strike="noStrike" cap="none" normalizeH="0" baseline="0" dirty="0" err="1">
                <a:ln>
                  <a:noFill/>
                </a:ln>
                <a:solidFill>
                  <a:schemeClr val="tx1"/>
                </a:solidFill>
                <a:effectLst/>
                <a:latin typeface="Arial" panose="020B0604020202020204" pitchFamily="34" charset="0"/>
              </a:rPr>
              <a:t>Frontend</a:t>
            </a:r>
            <a:r>
              <a:rPr kumimoji="0" lang="es-CO" altLang="es-CO" sz="1800" b="1" i="0" u="none" strike="noStrike" cap="none" normalizeH="0" baseline="0" dirty="0">
                <a:ln>
                  <a:noFill/>
                </a:ln>
                <a:solidFill>
                  <a:schemeClr val="tx1"/>
                </a:solidFill>
                <a:effectLst/>
                <a:latin typeface="Arial" panose="020B0604020202020204" pitchFamily="34" charset="0"/>
              </a:rPr>
              <a:t> y Microservicios</a:t>
            </a:r>
          </a:p>
        </p:txBody>
      </p:sp>
    </p:spTree>
    <p:extLst>
      <p:ext uri="{BB962C8B-B14F-4D97-AF65-F5344CB8AC3E}">
        <p14:creationId xmlns:p14="http://schemas.microsoft.com/office/powerpoint/2010/main" val="502861220"/>
      </p:ext>
    </p:extLst>
  </p:cSld>
  <p:clrMapOvr>
    <a:masterClrMapping/>
  </p:clrMapOvr>
</p:sld>
</file>

<file path=ppt/theme/theme1.xml><?xml version="1.0" encoding="utf-8"?>
<a:theme xmlns:a="http://schemas.openxmlformats.org/drawingml/2006/main" name="JIISIC">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74088</TotalTime>
  <Words>7285</Words>
  <Application>Microsoft Office PowerPoint</Application>
  <PresentationFormat>Panorámica</PresentationFormat>
  <Paragraphs>1069</Paragraphs>
  <Slides>74</Slides>
  <Notes>74</Notes>
  <HiddenSlides>1</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74</vt:i4>
      </vt:variant>
    </vt:vector>
  </HeadingPairs>
  <TitlesOfParts>
    <vt:vector size="78" baseType="lpstr">
      <vt:lpstr>Arial</vt:lpstr>
      <vt:lpstr>Calibri</vt:lpstr>
      <vt:lpstr>Cambria Math</vt:lpstr>
      <vt:lpstr>JIISIC</vt:lpstr>
      <vt:lpstr>MÓDULO 1</vt:lpstr>
      <vt:lpstr>Ciclo de Vida del Software</vt:lpstr>
      <vt:lpstr>Ciclo de Vida del Software</vt:lpstr>
      <vt:lpstr>Ciclo de Vida del Software</vt:lpstr>
      <vt:lpstr>Ciclo de Vida del Software</vt:lpstr>
      <vt:lpstr>Ciclo de Vida del Software</vt:lpstr>
      <vt:lpstr>Ciclo de Vida del Software</vt:lpstr>
      <vt:lpstr>Ciclo de Vida del Software</vt:lpstr>
      <vt:lpstr>Análisis: Levantamiento de Requerimientos</vt:lpstr>
      <vt:lpstr>Análisis: Levantamiento de Requerimientos</vt:lpstr>
      <vt:lpstr>Análisis: Levantamiento de Requerimientos</vt:lpstr>
      <vt:lpstr>Presentación de PowerPoint</vt:lpstr>
      <vt:lpstr>Análisis: Levantamiento de Requerimientos</vt:lpstr>
      <vt:lpstr>Presentación de PowerPoint</vt:lpstr>
      <vt:lpstr>Presentación de PowerPoint</vt:lpstr>
      <vt:lpstr>Presentación de PowerPoint</vt:lpstr>
      <vt:lpstr>Presentación de PowerPoint</vt:lpstr>
      <vt:lpstr>Presentación de PowerPoint</vt:lpstr>
      <vt:lpstr>MÓDULO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MÓDULO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Introducción a la Arquitectura de Software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&lt;Título del Tema a Exponer&gt;</dc:title>
  <dc:creator>HP</dc:creator>
  <cp:lastModifiedBy>José Albeiro Montes Gil</cp:lastModifiedBy>
  <cp:revision>707</cp:revision>
  <dcterms:created xsi:type="dcterms:W3CDTF">2007-10-17T07:35:49Z</dcterms:created>
  <dcterms:modified xsi:type="dcterms:W3CDTF">2024-12-02T11:44:53Z</dcterms:modified>
</cp:coreProperties>
</file>